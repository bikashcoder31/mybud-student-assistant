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Relationships xmlns="http://schemas.openxmlformats.org/package/2006/relationships"><Relationship Type="http://schemas.openxmlformats.org/package/2006/relationships/metadata/core-properties" Target="/docProps/core.xml" Id="R758ac5121a2a40be" /><Relationship Type="http://schemas.openxmlformats.org/officeDocument/2006/relationships/extended-properties" Target="/docProps/app.xml" Id="Rc18015a667794c1d" /><Relationship Type="http://schemas.openxmlformats.org/officeDocument/2006/relationships/officeDocument" Target="/ppt/presentation.xml" Id="Rc5c301f281f84411" /></Relationships>
</file>

<file path=ppt/presentation.xml><?xml version="1.0" encoding="utf-8"?>
<p:presentation xmlns:p="http://schemas.openxmlformats.org/presentationml/2006/main">
  <p:sldMasterIdLst>
    <p:sldMasterId xmlns:r="http://schemas.openxmlformats.org/officeDocument/2006/relationships" id="2147483648" r:id="R0c8be0c3d09543c0"/>
  </p:sldMasterIdLst>
  <p:notesMasterIdLst>
    <p:notesMasterId xmlns:r="http://schemas.openxmlformats.org/officeDocument/2006/relationships" r:id="Rb5c31f399bc740d5"/>
  </p:notesMasterIdLst>
  <p:sldIdLst>
    <p:sldId xmlns:r="http://schemas.openxmlformats.org/officeDocument/2006/relationships" id="256" r:id="R7a7a683ab02742d1"/>
    <p:sldId xmlns:r="http://schemas.openxmlformats.org/officeDocument/2006/relationships" id="257" r:id="R4978b1b1216b4b1c"/>
    <p:sldId xmlns:r="http://schemas.openxmlformats.org/officeDocument/2006/relationships" id="258" r:id="R4ad65ac87192488c"/>
    <p:sldId xmlns:r="http://schemas.openxmlformats.org/officeDocument/2006/relationships" id="259" r:id="R3999001b5db24322"/>
    <p:sldId xmlns:r="http://schemas.openxmlformats.org/officeDocument/2006/relationships" id="260" r:id="R35ee55afb20a4058"/>
    <p:sldId xmlns:r="http://schemas.openxmlformats.org/officeDocument/2006/relationships" id="261" r:id="R11201a13f9064f0a"/>
    <p:sldId xmlns:r="http://schemas.openxmlformats.org/officeDocument/2006/relationships" id="262" r:id="R44850011a23a4be3"/>
    <p:sldId xmlns:r="http://schemas.openxmlformats.org/officeDocument/2006/relationships" id="263" r:id="Rb80e907471944249"/>
    <p:sldId xmlns:r="http://schemas.openxmlformats.org/officeDocument/2006/relationships" id="264" r:id="R460b66579fc14d90"/>
    <p:sldId xmlns:r="http://schemas.openxmlformats.org/officeDocument/2006/relationships" id="265" r:id="R7217087d06c442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dc29215770bd412d" /><Relationship Type="http://schemas.openxmlformats.org/officeDocument/2006/relationships/slideMaster" Target="/ppt/slideMasters/slideMaster1.xml" Id="R0c8be0c3d09543c0" /><Relationship Type="http://schemas.openxmlformats.org/officeDocument/2006/relationships/notesMaster" Target="/ppt/notesMasters/notesMaster1.xml" Id="Rb5c31f399bc740d5" /><Relationship Type="http://schemas.openxmlformats.org/officeDocument/2006/relationships/presProps" Target="/ppt/presProps.xml" Id="Rc05e3d5aa02e4edd" /><Relationship Type="http://schemas.openxmlformats.org/officeDocument/2006/relationships/tableStyles" Target="/ppt/tableStyles.xml" Id="Rd86e62047e3d4f11" /><Relationship Type="http://schemas.openxmlformats.org/officeDocument/2006/relationships/slide" Target="/ppt/slides/slide1.xml" Id="R7a7a683ab02742d1" /><Relationship Type="http://schemas.openxmlformats.org/officeDocument/2006/relationships/slide" Target="/ppt/slides/slide2.xml" Id="R4978b1b1216b4b1c" /><Relationship Type="http://schemas.openxmlformats.org/officeDocument/2006/relationships/slide" Target="/ppt/slides/slide3.xml" Id="R4ad65ac87192488c" /><Relationship Type="http://schemas.openxmlformats.org/officeDocument/2006/relationships/slide" Target="/ppt/slides/slide4.xml" Id="R3999001b5db24322" /><Relationship Type="http://schemas.openxmlformats.org/officeDocument/2006/relationships/slide" Target="/ppt/slides/slide5.xml" Id="R35ee55afb20a4058" /><Relationship Type="http://schemas.openxmlformats.org/officeDocument/2006/relationships/slide" Target="/ppt/slides/slide6.xml" Id="R11201a13f9064f0a" /><Relationship Type="http://schemas.openxmlformats.org/officeDocument/2006/relationships/slide" Target="/ppt/slides/slide7.xml" Id="R44850011a23a4be3" /><Relationship Type="http://schemas.openxmlformats.org/officeDocument/2006/relationships/slide" Target="/ppt/slides/slide8.xml" Id="Rb80e907471944249" /><Relationship Type="http://schemas.openxmlformats.org/officeDocument/2006/relationships/slide" Target="/ppt/slides/slide9.xml" Id="R460b66579fc14d90" /><Relationship Type="http://schemas.openxmlformats.org/officeDocument/2006/relationships/slide" Target="/ppt/slides/slide10.xml" Id="R7217087d06c4425c" /></Relationships>
</file>

<file path=ppt/notesMasters/_rels/notesMaster1.xml.rels><?xml version="1.0" encoding="utf-8"?><Relationships xmlns="http://schemas.openxmlformats.org/package/2006/relationships"><Relationship Type="http://schemas.openxmlformats.org/officeDocument/2006/relationships/theme" Target="/ppt/notesMasters/theme/theme3.xml" Id="R5ce60f36686847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yBud Student Assistant">
  <a:themeElements>
    <a:clrScheme name="MyBud Student Assistan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MyBud Student Assista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775beb07bde34ac9" /><Relationship Type="http://schemas.openxmlformats.org/officeDocument/2006/relationships/notesMaster" Target="/ppt/notesMasters/notesMaster1.xml" Id="R82d83a2cfb204c0e" /></Relationships>
</file>

<file path=ppt/notesSlides/_rels/notesSlide2.xml.rels><?xml version="1.0" encoding="utf-8"?><Relationships xmlns="http://schemas.openxmlformats.org/package/2006/relationships"><Relationship Type="http://schemas.openxmlformats.org/officeDocument/2006/relationships/slide" Target="/ppt/slides/slide2.xml" Id="R5eeb3a7ad28845bb" /><Relationship Type="http://schemas.openxmlformats.org/officeDocument/2006/relationships/notesMaster" Target="/ppt/notesMasters/notesMaster1.xml" Id="R2879094423e54beb" /></Relationships>
</file>

<file path=ppt/notesSlides/_rels/notesSlide3.xml.rels><?xml version="1.0" encoding="utf-8"?><Relationships xmlns="http://schemas.openxmlformats.org/package/2006/relationships"><Relationship Type="http://schemas.openxmlformats.org/officeDocument/2006/relationships/slide" Target="/ppt/slides/slide3.xml" Id="R501d0f8bdc744d1d" /><Relationship Type="http://schemas.openxmlformats.org/officeDocument/2006/relationships/notesMaster" Target="/ppt/notesMasters/notesMaster1.xml" Id="R482f382d593742fc" /></Relationships>
</file>

<file path=ppt/notesSlides/_rels/notesSlide4.xml.rels><?xml version="1.0" encoding="utf-8"?><Relationships xmlns="http://schemas.openxmlformats.org/package/2006/relationships"><Relationship Type="http://schemas.openxmlformats.org/officeDocument/2006/relationships/slide" Target="/ppt/slides/slide4.xml" Id="R06243a602338476a" /><Relationship Type="http://schemas.openxmlformats.org/officeDocument/2006/relationships/notesMaster" Target="/ppt/notesMasters/notesMaster1.xml" Id="Reaa5cc5b657645c8" /></Relationships>
</file>

<file path=ppt/notesSlides/_rels/notesSlide5.xml.rels><?xml version="1.0" encoding="utf-8"?><Relationships xmlns="http://schemas.openxmlformats.org/package/2006/relationships"><Relationship Type="http://schemas.openxmlformats.org/officeDocument/2006/relationships/slide" Target="/ppt/slides/slide5.xml" Id="R2d2f7e99a2c246fa" /><Relationship Type="http://schemas.openxmlformats.org/officeDocument/2006/relationships/notesMaster" Target="/ppt/notesMasters/notesMaster1.xml" Id="R3170ef1e9b134540" /></Relationships>
</file>

<file path=ppt/notesSlides/_rels/notesSlide6.xml.rels><?xml version="1.0" encoding="utf-8"?><Relationships xmlns="http://schemas.openxmlformats.org/package/2006/relationships"><Relationship Type="http://schemas.openxmlformats.org/officeDocument/2006/relationships/slide" Target="/ppt/slides/slide6.xml" Id="Rd2dcae6936414b51" /><Relationship Type="http://schemas.openxmlformats.org/officeDocument/2006/relationships/notesMaster" Target="/ppt/notesMasters/notesMaster1.xml" Id="R6c53049a91374fb9" /></Relationships>
</file>

<file path=ppt/notesSlides/_rels/notesSlide7.xml.rels><?xml version="1.0" encoding="utf-8"?><Relationships xmlns="http://schemas.openxmlformats.org/package/2006/relationships"><Relationship Type="http://schemas.openxmlformats.org/officeDocument/2006/relationships/slide" Target="/ppt/slides/slide7.xml" Id="Rd28ce37d516942d9" /><Relationship Type="http://schemas.openxmlformats.org/officeDocument/2006/relationships/notesMaster" Target="/ppt/notesMasters/notesMaster1.xml" Id="R5b84e677c6794a22" /></Relationships>
</file>

<file path=ppt/notesSlides/_rels/notesSlide8.xml.rels><?xml version="1.0" encoding="utf-8"?><Relationships xmlns="http://schemas.openxmlformats.org/package/2006/relationships"><Relationship Type="http://schemas.openxmlformats.org/officeDocument/2006/relationships/slide" Target="/ppt/slides/slide8.xml" Id="R592f8a8393ba4b81" /><Relationship Type="http://schemas.openxmlformats.org/officeDocument/2006/relationships/notesMaster" Target="/ppt/notesMasters/notesMaster1.xml" Id="Re26ecefb576f4dc5" /></Relationships>
</file>

<file path=ppt/notesSlides/_rels/notesSlide9.xml.rels><?xml version="1.0" encoding="utf-8"?><Relationships xmlns="http://schemas.openxmlformats.org/package/2006/relationships"><Relationship Type="http://schemas.openxmlformats.org/officeDocument/2006/relationships/slide" Target="/ppt/slides/slide9.xml" Id="R70b8104b95e14dd8" /><Relationship Type="http://schemas.openxmlformats.org/officeDocument/2006/relationships/notesMaster" Target="/ppt/notesMasters/notesMaster1.xml" Id="R2bb564f40448464c" /></Relationships>
</file>

<file path=ppt/notesSlides/_rels/notesSlide10.xml.rels><?xml version="1.0" encoding="utf-8"?><Relationships xmlns="http://schemas.openxmlformats.org/package/2006/relationships"><Relationship Type="http://schemas.openxmlformats.org/officeDocument/2006/relationships/slide" Target="/ppt/slides/slide10.xml" Id="Rf0fb524ec8484fad" /><Relationship Type="http://schemas.openxmlformats.org/officeDocument/2006/relationships/notesMaster" Target="/ppt/notesMasters/notesMaster1.xml" Id="R66126c12d83f4e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MyBud is a Django student assistant maintained by Bikash Kushwaha. The public demo uses Vercel native Django in Singapore and Neon PostgreSQL. Its assistant experience uses disclosed canned samples, local Python syntax parsing and image validation; no live Gemini requests run. Live Gemini is optional.</a:t>
            </a:r>
          </a:p>
          <a:p xmlns:a="http://schemas.openxmlformats.org/drawingml/2006/main">
            <a:r>
              <a:t/>
            </a:r>
          </a:p>
          <a:p xmlns:a="http://schemas.openxmlformats.org/drawingml/2006/main">
            <a:r>
              <a:t>Project source references:</a:t>
            </a:r>
          </a:p>
          <a:p xmlns:a="http://schemas.openxmlformats.org/drawingml/2006/main">
            <a:r>
              <a:t>README.md</a:t>
            </a:r>
          </a:p>
          <a:p xmlns:a="http://schemas.openxmlformats.org/drawingml/2006/main">
            <a:r>
              <a:t>SOURCE_ACKNOWLEDGEMENTS.md</a:t>
            </a:r>
          </a:p>
          <a:p xmlns:a="http://schemas.openxmlformats.org/drawingml/2006/main">
            <a:r>
              <a:t>https://github.com/BikashCoder31/mybud-student-assistant</a:t>
            </a:r>
          </a:p>
          <a:p xmlns:a="http://schemas.openxmlformats.org/drawingml/2006/main">
            <a:r>
              <a:t>https://mybud-student-assistant.vercel.app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describes implemented tool contracts. Sample mode returns clearly labelled demonstration content without model inference. The code tool also parses Python syntax without executing the code. The expense tracker performs actual database operations.</a:t>
            </a:r>
          </a:p>
          <a:p xmlns:a="http://schemas.openxmlformats.org/drawingml/2006/main">
            <a:r>
              <a:t/>
            </a:r>
          </a:p>
          <a:p xmlns:a="http://schemas.openxmlformats.org/drawingml/2006/main">
            <a:r>
              <a:t>Project source references:</a:t>
            </a:r>
          </a:p>
          <a:p xmlns:a="http://schemas.openxmlformats.org/drawingml/2006/main">
            <a:r>
              <a:t>main/urls.py</a:t>
            </a:r>
          </a:p>
          <a:p xmlns:a="http://schemas.openxmlformats.org/drawingml/2006/main">
            <a:r>
              <a:t>main/views.py</a:t>
            </a:r>
          </a:p>
          <a:p xmlns:a="http://schemas.openxmlformats.org/drawingml/2006/main">
            <a:r>
              <a:t>main/services/</a:t>
            </a:r>
          </a:p>
          <a:p xmlns:a="http://schemas.openxmlformats.org/drawingml/2006/main">
            <a:r>
              <a:t>main/models.py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Django validates browser requests and dispatches assistant tasks through the provider. A session key owns expense and budget records. Production uses Vercel native Django in Singapore and Neon PostgreSQL through a pooled TLS DATABASE_URL; migrations used a direct connection. Local development defaults to SQLite. Secrets stay on the server and mutating requests require CSRF protection.</a:t>
            </a:r>
          </a:p>
          <a:p xmlns:a="http://schemas.openxmlformats.org/drawingml/2006/main">
            <a:r>
              <a:t/>
            </a:r>
          </a:p>
          <a:p xmlns:a="http://schemas.openxmlformats.org/drawingml/2006/main">
            <a:r>
              <a:t>Project source references:</a:t>
            </a:r>
          </a:p>
          <a:p xmlns:a="http://schemas.openxmlformats.org/drawingml/2006/main">
            <a:r>
              <a:t>project/settings.py</a:t>
            </a:r>
          </a:p>
          <a:p xmlns:a="http://schemas.openxmlformats.org/drawingml/2006/main">
            <a:r>
              <a:t>project/urls.py</a:t>
            </a:r>
          </a:p>
          <a:p xmlns:a="http://schemas.openxmlformats.org/drawingml/2006/main">
            <a:r>
              <a:t>main/urls.py</a:t>
            </a:r>
          </a:p>
          <a:p xmlns:a="http://schemas.openxmlformats.org/drawingml/2006/main">
            <a:r>
              <a:t>main/views.py</a:t>
            </a:r>
          </a:p>
          <a:p xmlns:a="http://schemas.openxmlformats.org/drawingml/2006/main">
            <a:r>
              <a:t>main/models.py</a:t>
            </a:r>
          </a:p>
          <a:p xmlns:a="http://schemas.openxmlformats.org/drawingml/2006/main">
            <a:r>
              <a:t>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responses are demonstrations, not local inference. Live mode calls the selected Gemini model using the official google-genai package. This presentation records local sample-mode verification. It does not claim an authenticated live-provider test unless the verification document explicitly records one.</a:t>
            </a:r>
          </a:p>
          <a:p xmlns:a="http://schemas.openxmlformats.org/drawingml/2006/main">
            <a:r>
              <a:t/>
            </a:r>
          </a:p>
          <a:p xmlns:a="http://schemas.openxmlformats.org/drawingml/2006/main">
            <a:r>
              <a:t>Project source references:</a:t>
            </a:r>
          </a:p>
          <a:p xmlns:a="http://schemas.openxmlformats.org/drawingml/2006/main">
            <a:r>
              <a:t>main/services/</a:t>
            </a:r>
          </a:p>
          <a:p xmlns:a="http://schemas.openxmlformats.org/drawingml/2006/main">
            <a:r>
              <a:t>.env.example</a:t>
            </a:r>
          </a:p>
          <a:p xmlns:a="http://schemas.openxmlformats.org/drawingml/2006/main">
            <a:r>
              <a:t>docs/VERIFICATION.md</a:t>
            </a:r>
          </a:p>
          <a:p xmlns:a="http://schemas.openxmlformats.org/drawingml/2006/main">
            <a:r>
              <a:t>https://googleapis.github.io/python-genai/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captured from the running application in the verified local sample configuration. The dashboard links to the five implemented tools. It is application evidence, not a generated mockup.</a:t>
            </a:r>
          </a:p>
          <a:p xmlns:a="http://schemas.openxmlformats.org/drawingml/2006/main">
            <a:r>
              <a:t/>
            </a:r>
          </a:p>
          <a:p xmlns:a="http://schemas.openxmlformats.org/drawingml/2006/main">
            <a:r>
              <a:t>Project source references:</a:t>
            </a:r>
          </a:p>
          <a:p xmlns:a="http://schemas.openxmlformats.org/drawingml/2006/main">
            <a:r>
              <a:t>docs/screenshots/01-home.png</a:t>
            </a:r>
          </a:p>
          <a:p xmlns:a="http://schemas.openxmlformats.org/drawingml/2006/main">
            <a:r>
              <a:t>templates/</a:t>
            </a:r>
          </a:p>
          <a:p xmlns:a="http://schemas.openxmlformats.org/drawingml/2006/main">
            <a:r>
              <a:t>static/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screenshots are captured application evidence from local demo mode. Hosted mode uses the same templates, with a 3 MB image cap compared with the local default of 5 MB. Images are validated, not classified, in demo mode. The travel tool renders an itinerary using supplied trip details.</a:t>
            </a:r>
          </a:p>
          <a:p xmlns:a="http://schemas.openxmlformats.org/drawingml/2006/main">
            <a:r>
              <a:t/>
            </a:r>
          </a:p>
          <a:p xmlns:a="http://schemas.openxmlformats.org/drawingml/2006/main">
            <a:r>
              <a:t>Project source references:</a:t>
            </a:r>
          </a:p>
          <a:p xmlns:a="http://schemas.openxmlformats.org/drawingml/2006/main">
            <a:r>
              <a:t>docs/screenshots/04-recipes.png</a:t>
            </a:r>
          </a:p>
          <a:p xmlns:a="http://schemas.openxmlformats.org/drawingml/2006/main">
            <a:r>
              <a:t>docs/screenshots/05-travel.png</a:t>
            </a:r>
          </a:p>
          <a:p xmlns:a="http://schemas.openxmlformats.org/drawingml/2006/main">
            <a:r>
              <a:t>main/views.py</a:t>
            </a:r>
          </a:p>
          <a:p xmlns:a="http://schemas.openxmlformats.org/drawingml/2006/main">
            <a:r>
              <a:t>main/services/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native table transcribes captured local demonstration entries: Meals NPR 250.25, Books NPR 400.00, Transport NPR 150.00; total NPR 800.25 against budget NPR 1000.00, leaving NPR 199.75. Production stores records in Neon PostgreSQL; local mode uses SQLite. The same session ownership rules apply. Losing a browser session loses access to its prior records.</a:t>
            </a:r>
          </a:p>
          <a:p xmlns:a="http://schemas.openxmlformats.org/drawingml/2006/main">
            <a:r>
              <a:t/>
            </a:r>
          </a:p>
          <a:p xmlns:a="http://schemas.openxmlformats.org/drawingml/2006/main">
            <a:r>
              <a:t>Project source references:</a:t>
            </a:r>
          </a:p>
          <a:p xmlns:a="http://schemas.openxmlformats.org/drawingml/2006/main">
            <a:r>
              <a:t>docs/screenshots/02-expenses.png</a:t>
            </a:r>
          </a:p>
          <a:p xmlns:a="http://schemas.openxmlformats.org/drawingml/2006/main">
            <a:r>
              <a:t>main/models.py</a:t>
            </a:r>
          </a:p>
          <a:p xmlns:a="http://schemas.openxmlformats.org/drawingml/2006/main">
            <a:r>
              <a:t>main/views.py</a:t>
            </a:r>
          </a:p>
          <a:p xmlns:a="http://schemas.openxmlformats.org/drawingml/2006/main">
            <a:r>
              <a:t>main/tests.py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 tests passed locally and in GitHub Actions run 39472651723 for commit 7d7b1de, including Ruff lint and format checks. Public Edge QA covered all five tools, actual image upload, expense budget/add/reload/delete, session isolation, HTML injection, and six routes at desktop1440x1000/mobile390x844 with no console issues or failed requests. No live Gemini or camera hardware tests were run. No load or model quality claim is made.</a:t>
            </a:r>
          </a:p>
          <a:p xmlns:a="http://schemas.openxmlformats.org/drawingml/2006/main">
            <a:r>
              <a:t/>
            </a:r>
          </a:p>
          <a:p xmlns:a="http://schemas.openxmlformats.org/drawingml/2006/main">
            <a:r>
              <a:t>Project source references:</a:t>
            </a:r>
          </a:p>
          <a:p xmlns:a="http://schemas.openxmlformats.org/drawingml/2006/main">
            <a:r>
              <a:t>docs/VERIFICATION.md</a:t>
            </a:r>
          </a:p>
          <a:p xmlns:a="http://schemas.openxmlformats.org/drawingml/2006/main">
            <a:r>
              <a:t>main/tests.py</a:t>
            </a:r>
          </a:p>
          <a:p xmlns:a="http://schemas.openxmlformats.org/drawingml/2006/main">
            <a:r>
              <a:t>docs/screenshots/</a:t>
            </a:r>
          </a:p>
          <a:p xmlns:a="http://schemas.openxmlformats.org/drawingml/2006/main">
            <a:r>
              <a:t>https://github.com/BikashCoder31/mybud-student-assistant/actions/runs/39472651723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are shown for Windows PowerShell and the recorded Python 3.12 environment. The project README contains the complete local setup and test commands. The full verified requirements-lock.txt snapshot includes Ruff. Environment values must be supplied to the process as documented; the displayed environment example is configuration guidance, not a committed secret.</a:t>
            </a:r>
          </a:p>
          <a:p xmlns:a="http://schemas.openxmlformats.org/drawingml/2006/main">
            <a:r>
              <a:t/>
            </a:r>
          </a:p>
          <a:p xmlns:a="http://schemas.openxmlformats.org/drawingml/2006/main">
            <a:r>
              <a:t>Project source references:</a:t>
            </a:r>
          </a:p>
          <a:p xmlns:a="http://schemas.openxmlformats.org/drawingml/2006/main">
            <a:r>
              <a:t>README.md</a:t>
            </a:r>
          </a:p>
          <a:p xmlns:a="http://schemas.openxmlformats.org/drawingml/2006/main">
            <a:r>
              <a:t>.env.example</a:t>
            </a:r>
          </a:p>
          <a:p xmlns:a="http://schemas.openxmlformats.org/drawingml/2006/main">
            <a:r>
              <a:t>requirements-lock.txt</a:t>
            </a:r>
          </a:p>
          <a:p xmlns:a="http://schemas.openxmlformats.org/drawingml/2006/main">
            <a:r>
              <a:t>project/settings.py</a:t>
            </a:r>
          </a:p>
          <a:p xmlns:a="http://schemas.openxmlformats.org/drawingml/2006/main">
            <a:r>
              <a:t>https://docs.djangoproject.com/en/5.2/howto/deployment/checklist/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edition repairs and extends supplied starter code. It does not claim sole original authorship of every file. The source acknowledgement records this provenance without listing unrelated personal identities. Future work is proposed, not implemented or verified.</a:t>
            </a:r>
          </a:p>
          <a:p xmlns:a="http://schemas.openxmlformats.org/drawingml/2006/main">
            <a:r>
              <a:t/>
            </a:r>
          </a:p>
          <a:p xmlns:a="http://schemas.openxmlformats.org/drawingml/2006/main">
            <a:r>
              <a:t>Project source references:</a:t>
            </a:r>
          </a:p>
          <a:p xmlns:a="http://schemas.openxmlformats.org/drawingml/2006/main">
            <a:r>
              <a:t>SOURCE_ACKNOWLEDGEMENTS.md</a:t>
            </a:r>
          </a:p>
          <a:p xmlns:a="http://schemas.openxmlformats.org/drawingml/2006/main">
            <a:r>
              <a:t>README.md</a:t>
            </a:r>
          </a:p>
          <a:p xmlns:a="http://schemas.openxmlformats.org/drawingml/2006/main">
            <a:r>
              <a:t>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Relationships xmlns="http://schemas.openxmlformats.org/package/2006/relationships"><Relationship Type="http://schemas.openxmlformats.org/officeDocument/2006/relationships/slideMaster" Target="/ppt/slideMasters/slideMaster1.xml" Id="R9ebe76d84ad8454d" /></Relationships>
</file>

<file path=ppt/slideLayouts/_rels/slideLayout2.xml.rels><?xml version="1.0" encoding="utf-8"?><Relationships xmlns="http://schemas.openxmlformats.org/package/2006/relationships"><Relationship Type="http://schemas.openxmlformats.org/officeDocument/2006/relationships/slideMaster" Target="/ppt/slideMasters/slideMaster1.xml" Id="R0dd19feb3e4c4483" /></Relationships>
</file>

<file path=ppt/slideLayouts/_rels/slideLayout3.xml.rels><?xml version="1.0" encoding="utf-8"?><Relationships xmlns="http://schemas.openxmlformats.org/package/2006/relationships"><Relationship Type="http://schemas.openxmlformats.org/officeDocument/2006/relationships/slideMaster" Target="/ppt/slideMasters/slideMaster1.xml" Id="Re69b826739854b36" /></Relationships>
</file>

<file path=ppt/slideLayouts/_rels/slideLayout4.xml.rels><?xml version="1.0" encoding="utf-8"?><Relationships xmlns="http://schemas.openxmlformats.org/package/2006/relationships"><Relationship Type="http://schemas.openxmlformats.org/officeDocument/2006/relationships/slideMaster" Target="/ppt/slideMasters/slideMaster1.xml" Id="Ra67a33b1186144f0" /></Relationships>
</file>

<file path=ppt/slideLayouts/_rels/slideLayout5.xml.rels><?xml version="1.0" encoding="utf-8"?><Relationships xmlns="http://schemas.openxmlformats.org/package/2006/relationships"><Relationship Type="http://schemas.openxmlformats.org/officeDocument/2006/relationships/slideMaster" Target="/ppt/slideMasters/slideMaster1.xml" Id="Rb68147c6f1914266" /></Relationships>
</file>

<file path=ppt/slideLayouts/_rels/slideLayout6.xml.rels><?xml version="1.0" encoding="utf-8"?><Relationships xmlns="http://schemas.openxmlformats.org/package/2006/relationships"><Relationship Type="http://schemas.openxmlformats.org/officeDocument/2006/relationships/slideMaster" Target="/ppt/slideMasters/slideMaster1.xml" Id="R93a40638ec8d44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C0A0C2-DA85-44BE-8A40-57186896ACD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802534-67E6-48B6-A982-544EEE7B1F3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9223A0-9016-4995-B4D7-E87CD3C0AF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39959D-784F-459B-9254-31AFFFEAA9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84292A-DA9E-42F6-99C3-83D7D834441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730D99-9194-420B-B014-5C7DE13D8F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EB917E-9FB0-4313-9C6B-E46F45AD15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589261-D633-4398-98A4-D7C493396F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E9124F-D4AC-498B-82DF-1C5B7CD9E5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C0BC44-E4EF-47FC-95F7-3102338BA9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Relationships xmlns="http://schemas.openxmlformats.org/package/2006/relationships"><Relationship Type="http://schemas.openxmlformats.org/officeDocument/2006/relationships/theme" Target="/ppt/slideMasters/theme/theme2.xml" Id="Rfe2e8b29d5b74630" /><Relationship Type="http://schemas.openxmlformats.org/officeDocument/2006/relationships/slideLayout" Target="/ppt/slideLayouts/slideLayout1.xml" Id="Rb847f0e4eebf4bce" /><Relationship Type="http://schemas.openxmlformats.org/officeDocument/2006/relationships/slideLayout" Target="/ppt/slideLayouts/slideLayout2.xml" Id="Ref8686a58d954a23" /><Relationship Type="http://schemas.openxmlformats.org/officeDocument/2006/relationships/slideLayout" Target="/ppt/slideLayouts/slideLayout3.xml" Id="R3baaba3e397245c9" /><Relationship Type="http://schemas.openxmlformats.org/officeDocument/2006/relationships/slideLayout" Target="/ppt/slideLayouts/slideLayout4.xml" Id="R99368e269e6f4e5b" /><Relationship Type="http://schemas.openxmlformats.org/officeDocument/2006/relationships/slideLayout" Target="/ppt/slideLayouts/slideLayout5.xml" Id="Re3075aaf7cc34b6b" /><Relationship Type="http://schemas.openxmlformats.org/officeDocument/2006/relationships/slideLayout" Target="/ppt/slideLayouts/slideLayout6.xml" Id="Rcaae490f7789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47f0e4eebf4bce"/>
    <p:sldLayoutId xmlns:r="http://schemas.openxmlformats.org/officeDocument/2006/relationships" id="2147483650" r:id="Ref8686a58d954a23"/>
    <p:sldLayoutId xmlns:r="http://schemas.openxmlformats.org/officeDocument/2006/relationships" id="2147483651" r:id="R3baaba3e397245c9"/>
    <p:sldLayoutId xmlns:r="http://schemas.openxmlformats.org/officeDocument/2006/relationships" id="2147483652" r:id="R99368e269e6f4e5b"/>
    <p:sldLayoutId xmlns:r="http://schemas.openxmlformats.org/officeDocument/2006/relationships" id="2147483653" r:id="Re3075aaf7cc34b6b"/>
    <p:sldLayoutId xmlns:r="http://schemas.openxmlformats.org/officeDocument/2006/relationships" id="2147483654" r:id="Rcaae490f7789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MyBud Student Assistant">
  <a:themeElements>
    <a:clrScheme name="MyBud Student Assistan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MyBud Student Assista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6.xml" Id="R7fb1e8b90d954f8b" /><Relationship Type="http://schemas.openxmlformats.org/officeDocument/2006/relationships/notesSlide" Target="/ppt/notesSlides/notesSlide1.xml" Id="R49482ab7c4744eb1" /></Relationships>
</file>

<file path=ppt/slides/_rels/slide2.xml.rels><?xml version="1.0" encoding="utf-8"?><Relationships xmlns="http://schemas.openxmlformats.org/package/2006/relationships"><Relationship Type="http://schemas.openxmlformats.org/officeDocument/2006/relationships/slideLayout" Target="/ppt/slideLayouts/slideLayout6.xml" Id="R722e9961f93240d7" /><Relationship Type="http://schemas.openxmlformats.org/officeDocument/2006/relationships/notesSlide" Target="/ppt/notesSlides/notesSlide2.xml" Id="Rd07b5732e7ff4b65" /></Relationships>
</file>

<file path=ppt/slides/_rels/slide3.xml.rels><?xml version="1.0" encoding="utf-8"?><Relationships xmlns="http://schemas.openxmlformats.org/package/2006/relationships"><Relationship Type="http://schemas.openxmlformats.org/officeDocument/2006/relationships/slideLayout" Target="/ppt/slideLayouts/slideLayout6.xml" Id="R291de7aaf41842d9" /><Relationship Type="http://schemas.openxmlformats.org/officeDocument/2006/relationships/notesSlide" Target="/ppt/notesSlides/notesSlide3.xml" Id="R169d4ae5221b4a01" /></Relationships>
</file>

<file path=ppt/slides/_rels/slide4.xml.rels><?xml version="1.0" encoding="utf-8"?><Relationships xmlns="http://schemas.openxmlformats.org/package/2006/relationships"><Relationship Type="http://schemas.openxmlformats.org/officeDocument/2006/relationships/slideLayout" Target="/ppt/slideLayouts/slideLayout6.xml" Id="R97d5ad3775864a8f" /><Relationship Type="http://schemas.openxmlformats.org/officeDocument/2006/relationships/notesSlide" Target="/ppt/notesSlides/notesSlide4.xml" Id="Rec5a0ea479934849" /></Relationships>
</file>

<file path=ppt/slides/_rels/slide5.xml.rels><?xml version="1.0" encoding="utf-8"?><Relationships xmlns="http://schemas.openxmlformats.org/package/2006/relationships"><Relationship Type="http://schemas.openxmlformats.org/officeDocument/2006/relationships/slideLayout" Target="/ppt/slideLayouts/slideLayout6.xml" Id="R3528cdb5fef64ca2" /><Relationship Type="http://schemas.openxmlformats.org/officeDocument/2006/relationships/image" Target="/ppt/media/image.png" Id="Rcd70b92b03fb49d5" /><Relationship Type="http://schemas.openxmlformats.org/officeDocument/2006/relationships/notesSlide" Target="/ppt/notesSlides/notesSlide5.xml" Id="R8624edb4c70246df" /></Relationships>
</file>

<file path=ppt/slides/_rels/slide6.xml.rels><?xml version="1.0" encoding="utf-8"?><Relationships xmlns="http://schemas.openxmlformats.org/package/2006/relationships"><Relationship Type="http://schemas.openxmlformats.org/officeDocument/2006/relationships/slideLayout" Target="/ppt/slideLayouts/slideLayout6.xml" Id="R3e6b1bf18cdb4877" /><Relationship Type="http://schemas.openxmlformats.org/officeDocument/2006/relationships/image" Target="/ppt/media/image2.png" Id="R2b02e7a8ea8f442d" /><Relationship Type="http://schemas.openxmlformats.org/officeDocument/2006/relationships/image" Target="/ppt/media/image3.png" Id="Rba71306188ed4e1e" /><Relationship Type="http://schemas.openxmlformats.org/officeDocument/2006/relationships/notesSlide" Target="/ppt/notesSlides/notesSlide6.xml" Id="Rff9535f646534d51" /></Relationships>
</file>

<file path=ppt/slides/_rels/slide7.xml.rels><?xml version="1.0" encoding="utf-8"?><Relationships xmlns="http://schemas.openxmlformats.org/package/2006/relationships"><Relationship Type="http://schemas.openxmlformats.org/officeDocument/2006/relationships/slideLayout" Target="/ppt/slideLayouts/slideLayout6.xml" Id="Ra919f6ac9cac4974" /><Relationship Type="http://schemas.openxmlformats.org/officeDocument/2006/relationships/image" Target="/ppt/media/image4.png" Id="R2f117c37a57c4e0a" /><Relationship Type="http://schemas.openxmlformats.org/officeDocument/2006/relationships/notesSlide" Target="/ppt/notesSlides/notesSlide7.xml" Id="R55c65bae16e74197" /></Relationships>
</file>

<file path=ppt/slides/_rels/slide8.xml.rels><?xml version="1.0" encoding="utf-8"?><Relationships xmlns="http://schemas.openxmlformats.org/package/2006/relationships"><Relationship Type="http://schemas.openxmlformats.org/officeDocument/2006/relationships/slideLayout" Target="/ppt/slideLayouts/slideLayout6.xml" Id="Rbccb05594dd648d7" /><Relationship Type="http://schemas.openxmlformats.org/officeDocument/2006/relationships/notesSlide" Target="/ppt/notesSlides/notesSlide8.xml" Id="R3d0118c8da4347cc" /></Relationships>
</file>

<file path=ppt/slides/_rels/slide9.xml.rels><?xml version="1.0" encoding="utf-8"?><Relationships xmlns="http://schemas.openxmlformats.org/package/2006/relationships"><Relationship Type="http://schemas.openxmlformats.org/officeDocument/2006/relationships/slideLayout" Target="/ppt/slideLayouts/slideLayout6.xml" Id="Rc60094e3bd1f4992" /><Relationship Type="http://schemas.openxmlformats.org/officeDocument/2006/relationships/notesSlide" Target="/ppt/notesSlides/notesSlide9.xml" Id="R7091e98cee8b4645" /></Relationships>
</file>

<file path=ppt/slides/_rels/slide10.xml.rels><?xml version="1.0" encoding="utf-8"?><Relationships xmlns="http://schemas.openxmlformats.org/package/2006/relationships"><Relationship Type="http://schemas.openxmlformats.org/officeDocument/2006/relationships/slideLayout" Target="/ppt/slideLayouts/slideLayout6.xml" Id="Re3489f64b2e847b7" /><Relationship Type="http://schemas.openxmlformats.org/officeDocument/2006/relationships/notesSlide" Target="/ppt/notesSlides/notesSlide10.xml" Id="R3cce9376c9c14fc0" /></Relationships>
</file>

<file path=ppt/slides/slide1.xml><?xml version="1.0" encoding="utf-8"?>
<p:sld xmlns:p="http://schemas.openxmlformats.org/presentationml/2006/main">
  <p:cSld>
    <p:bg>
      <p:bgPr>
        <a:solidFill xmlns:a="http://schemas.openxmlformats.org/drawingml/2006/main">
          <a:srgbClr val="101A33"/>
        </a:solidFill>
      </p:bgPr>
    </p:bg>
    <p:spTree>
      <p:nvGrpSpPr>
        <p:cNvPr id="1" name=""/>
        <p:cNvGrpSpPr/>
        <p:nvPr/>
      </p:nvGrpSpPr>
      <p:grpSpPr>
        <a:xfrm xmlns:a="http://schemas.openxmlformats.org/drawingml/2006/main"/>
      </p:grpSpPr>
      <p:sp>
        <p:nvSpPr>
          <p:cNvPr id="6" name="cover-accent">
            <a:extLst xmlns:a="http://schemas.openxmlformats.org/drawingml/2006/main">
              <a:ext uri="{FF2B5EF4-FFF2-40B4-BE49-F238E27FC236}">
                <a16:creationId xmlns:a16="http://schemas.microsoft.com/office/drawing/2014/main" id="{19D9F44A-44B0-4BFE-B450-4C364513C641}"/>
              </a:ext>
            </a:extLst>
          </p:cNvPr>
          <p:cNvSpPr>
            <a:spLocks xmlns:a="http://schemas.openxmlformats.org/drawingml/2006/main" noGrp="1"/>
          </p:cNvSpPr>
          <p:nvPr/>
        </p:nvSpPr>
        <p:spPr>
          <a:xfrm xmlns:a="http://schemas.openxmlformats.org/drawingml/2006/main">
            <a:off x="762000" y="895350"/>
            <a:ext cx="914400" cy="76200"/>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cover-title">
            <a:extLst xmlns:a="http://schemas.openxmlformats.org/drawingml/2006/main">
              <a:ext uri="{FF2B5EF4-FFF2-40B4-BE49-F238E27FC236}">
                <a16:creationId xmlns:a16="http://schemas.microsoft.com/office/drawing/2014/main" id="{6F7CB5B2-E4DB-43E3-BF35-BFB9DB615B6A}"/>
              </a:ext>
            </a:extLst>
          </p:cNvPr>
          <p:cNvSpPr>
            <a:spLocks xmlns:a="http://schemas.openxmlformats.org/drawingml/2006/main" noGrp="1"/>
          </p:cNvSpPr>
          <p:nvPr/>
        </p:nvSpPr>
        <p:spPr>
          <a:xfrm xmlns:a="http://schemas.openxmlformats.org/drawingml/2006/main">
            <a:off x="762000" y="1352550"/>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150" b="1">
                <a:solidFill>
                  <a:srgbClr val="FFFFFF"/>
                </a:solidFill>
                <a:latin typeface="Arial"/>
                <a:ea typeface="Arial"/>
                <a:cs typeface="Arial"/>
              </a:defRPr>
            </a:defPPr>
            <a:lvl1pPr>
              <a:defRPr sz="6150" b="1">
                <a:solidFill>
                  <a:srgbClr val="FFFFFF"/>
                </a:solidFill>
                <a:latin typeface="Arial"/>
                <a:ea typeface="Arial"/>
                <a:cs typeface="Arial"/>
              </a:defRPr>
            </a:lvl1pPr>
            <a:lvl2pPr>
              <a:defRPr sz="6150" b="1">
                <a:solidFill>
                  <a:srgbClr val="FFFFFF"/>
                </a:solidFill>
                <a:latin typeface="Arial"/>
                <a:ea typeface="Arial"/>
                <a:cs typeface="Arial"/>
              </a:defRPr>
            </a:lvl2pPr>
            <a:lvl3pPr>
              <a:defRPr sz="6150" b="1">
                <a:solidFill>
                  <a:srgbClr val="FFFFFF"/>
                </a:solidFill>
                <a:latin typeface="Arial"/>
                <a:ea typeface="Arial"/>
                <a:cs typeface="Arial"/>
              </a:defRPr>
            </a:lvl3pPr>
            <a:lvl4pPr>
              <a:defRPr sz="6150" b="1">
                <a:solidFill>
                  <a:srgbClr val="FFFFFF"/>
                </a:solidFill>
                <a:latin typeface="Arial"/>
                <a:ea typeface="Arial"/>
                <a:cs typeface="Arial"/>
              </a:defRPr>
            </a:lvl4pPr>
            <a:lvl5pPr>
              <a:defRPr sz="6150" b="1">
                <a:solidFill>
                  <a:srgbClr val="FFFFFF"/>
                </a:solidFill>
                <a:latin typeface="Arial"/>
                <a:ea typeface="Arial"/>
                <a:cs typeface="Arial"/>
              </a:defRPr>
            </a:lvl5pPr>
            <a:lvl6pPr>
              <a:defRPr sz="6150" b="1">
                <a:solidFill>
                  <a:srgbClr val="FFFFFF"/>
                </a:solidFill>
                <a:latin typeface="Arial"/>
                <a:ea typeface="Arial"/>
                <a:cs typeface="Arial"/>
              </a:defRPr>
            </a:lvl6pPr>
            <a:lvl7pPr>
              <a:defRPr sz="6150" b="1">
                <a:solidFill>
                  <a:srgbClr val="FFFFFF"/>
                </a:solidFill>
                <a:latin typeface="Arial"/>
                <a:ea typeface="Arial"/>
                <a:cs typeface="Arial"/>
              </a:defRPr>
            </a:lvl7pPr>
            <a:lvl8pPr>
              <a:defRPr sz="6150" b="1">
                <a:solidFill>
                  <a:srgbClr val="FFFFFF"/>
                </a:solidFill>
                <a:latin typeface="Arial"/>
                <a:ea typeface="Arial"/>
                <a:cs typeface="Arial"/>
              </a:defRPr>
            </a:lvl8pPr>
            <a:lvl9pPr>
              <a:defRPr sz="6150" b="1">
                <a:solidFill>
                  <a:srgbClr val="FFFFFF"/>
                </a:solidFill>
                <a:latin typeface="Arial"/>
                <a:ea typeface="Arial"/>
                <a:cs typeface="Arial"/>
              </a:defRPr>
            </a:lvl9pPr>
          </a:lstStyle>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MyBud</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Student Assistant</a:t>
            </a:r>
          </a:p>
        </p:txBody>
      </p:sp>
      <p:sp>
        <p:nvSpPr>
          <p:cNvPr id="3" name="cover-description">
            <a:extLst xmlns:a="http://schemas.openxmlformats.org/drawingml/2006/main">
              <a:ext uri="{FF2B5EF4-FFF2-40B4-BE49-F238E27FC236}">
                <a16:creationId xmlns:a16="http://schemas.microsoft.com/office/drawing/2014/main" id="{1CC1BFB4-86DA-4746-8259-7468F698F8ED}"/>
              </a:ext>
            </a:extLst>
          </p:cNvPr>
          <p:cNvSpPr>
            <a:spLocks xmlns:a="http://schemas.openxmlformats.org/drawingml/2006/main" noGrp="1"/>
          </p:cNvSpPr>
          <p:nvPr/>
        </p:nvSpPr>
        <p:spPr>
          <a:xfrm xmlns:a="http://schemas.openxmlformats.org/drawingml/2006/main">
            <a:off x="800100" y="3810000"/>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81BCFF"/>
                </a:solidFill>
                <a:latin typeface="Arial"/>
                <a:ea typeface="Arial"/>
                <a:cs typeface="Arial"/>
              </a:defRPr>
            </a:defPPr>
            <a:lvl1pPr>
              <a:defRPr sz="2550">
                <a:solidFill>
                  <a:srgbClr val="81BCFF"/>
                </a:solidFill>
                <a:latin typeface="Arial"/>
                <a:ea typeface="Arial"/>
                <a:cs typeface="Arial"/>
              </a:defRPr>
            </a:lvl1pPr>
            <a:lvl2pPr>
              <a:defRPr sz="2550">
                <a:solidFill>
                  <a:srgbClr val="81BCFF"/>
                </a:solidFill>
                <a:latin typeface="Arial"/>
                <a:ea typeface="Arial"/>
                <a:cs typeface="Arial"/>
              </a:defRPr>
            </a:lvl2pPr>
            <a:lvl3pPr>
              <a:defRPr sz="2550">
                <a:solidFill>
                  <a:srgbClr val="81BCFF"/>
                </a:solidFill>
                <a:latin typeface="Arial"/>
                <a:ea typeface="Arial"/>
                <a:cs typeface="Arial"/>
              </a:defRPr>
            </a:lvl3pPr>
            <a:lvl4pPr>
              <a:defRPr sz="2550">
                <a:solidFill>
                  <a:srgbClr val="81BCFF"/>
                </a:solidFill>
                <a:latin typeface="Arial"/>
                <a:ea typeface="Arial"/>
                <a:cs typeface="Arial"/>
              </a:defRPr>
            </a:lvl4pPr>
            <a:lvl5pPr>
              <a:defRPr sz="2550">
                <a:solidFill>
                  <a:srgbClr val="81BCFF"/>
                </a:solidFill>
                <a:latin typeface="Arial"/>
                <a:ea typeface="Arial"/>
                <a:cs typeface="Arial"/>
              </a:defRPr>
            </a:lvl5pPr>
            <a:lvl6pPr>
              <a:defRPr sz="2550">
                <a:solidFill>
                  <a:srgbClr val="81BCFF"/>
                </a:solidFill>
                <a:latin typeface="Arial"/>
                <a:ea typeface="Arial"/>
                <a:cs typeface="Arial"/>
              </a:defRPr>
            </a:lvl6pPr>
            <a:lvl7pPr>
              <a:defRPr sz="2550">
                <a:solidFill>
                  <a:srgbClr val="81BCFF"/>
                </a:solidFill>
                <a:latin typeface="Arial"/>
                <a:ea typeface="Arial"/>
                <a:cs typeface="Arial"/>
              </a:defRPr>
            </a:lvl7pPr>
            <a:lvl8pPr>
              <a:defRPr sz="2550">
                <a:solidFill>
                  <a:srgbClr val="81BCFF"/>
                </a:solidFill>
                <a:latin typeface="Arial"/>
                <a:ea typeface="Arial"/>
                <a:cs typeface="Arial"/>
              </a:defRPr>
            </a:lvl8pPr>
            <a:lvl9pPr>
              <a:defRPr sz="2550">
                <a:solidFill>
                  <a:srgbClr val="81BCFF"/>
                </a:solidFill>
                <a:latin typeface="Arial"/>
                <a:ea typeface="Arial"/>
                <a:cs typeface="Arial"/>
              </a:defRPr>
            </a:lvl9pPr>
          </a:lstStyle>
          <a:p xmlns:a="http://schemas.openxmlformats.org/drawingml/2006/main">
            <a:pPr>
              <a:defRPr sz="2550">
                <a:solidFill>
                  <a:srgbClr val="81BCFF"/>
                </a:solidFill>
                <a:latin typeface="Arial"/>
                <a:ea typeface="Arial"/>
                <a:cs typeface="Arial"/>
              </a:defRPr>
            </a:pPr>
            <a:r>
              <a:rPr sz="2550">
                <a:solidFill>
                  <a:srgbClr val="81BCFF"/>
                </a:solidFill>
                <a:latin typeface="Arial"/>
                <a:ea typeface="Arial"/>
                <a:cs typeface="Arial"/>
              </a:rPr>
              <a:t>A Django application for five everyday student tasks</a:t>
            </a:r>
          </a:p>
        </p:txBody>
      </p:sp>
      <p:sp>
        <p:nvSpPr>
          <p:cNvPr id="4" name="cover-author">
            <a:extLst xmlns:a="http://schemas.openxmlformats.org/drawingml/2006/main">
              <a:ext uri="{FF2B5EF4-FFF2-40B4-BE49-F238E27FC236}">
                <a16:creationId xmlns:a16="http://schemas.microsoft.com/office/drawing/2014/main" id="{F1E6DB03-ED9E-43A4-9860-7FABE36BEF15}"/>
              </a:ext>
            </a:extLst>
          </p:cNvPr>
          <p:cNvSpPr>
            <a:spLocks xmlns:a="http://schemas.openxmlformats.org/drawingml/2006/main" noGrp="1"/>
          </p:cNvSpPr>
          <p:nvPr/>
        </p:nvSpPr>
        <p:spPr>
          <a:xfrm xmlns:a="http://schemas.openxmlformats.org/drawingml/2006/main">
            <a:off x="800100" y="50863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FFFFF"/>
                </a:solidFill>
                <a:latin typeface="Arial"/>
                <a:ea typeface="Arial"/>
                <a:cs typeface="Arial"/>
              </a:defRPr>
            </a:defPPr>
            <a:lvl1pPr>
              <a:defRPr sz="2475" b="1">
                <a:solidFill>
                  <a:srgbClr val="FFFFFF"/>
                </a:solidFill>
                <a:latin typeface="Arial"/>
                <a:ea typeface="Arial"/>
                <a:cs typeface="Arial"/>
              </a:defRPr>
            </a:lvl1pPr>
            <a:lvl2pPr>
              <a:defRPr sz="2475" b="1">
                <a:solidFill>
                  <a:srgbClr val="FFFFFF"/>
                </a:solidFill>
                <a:latin typeface="Arial"/>
                <a:ea typeface="Arial"/>
                <a:cs typeface="Arial"/>
              </a:defRPr>
            </a:lvl2pPr>
            <a:lvl3pPr>
              <a:defRPr sz="2475" b="1">
                <a:solidFill>
                  <a:srgbClr val="FFFFFF"/>
                </a:solidFill>
                <a:latin typeface="Arial"/>
                <a:ea typeface="Arial"/>
                <a:cs typeface="Arial"/>
              </a:defRPr>
            </a:lvl3pPr>
            <a:lvl4pPr>
              <a:defRPr sz="2475" b="1">
                <a:solidFill>
                  <a:srgbClr val="FFFFFF"/>
                </a:solidFill>
                <a:latin typeface="Arial"/>
                <a:ea typeface="Arial"/>
                <a:cs typeface="Arial"/>
              </a:defRPr>
            </a:lvl4pPr>
            <a:lvl5pPr>
              <a:defRPr sz="2475" b="1">
                <a:solidFill>
                  <a:srgbClr val="FFFFFF"/>
                </a:solidFill>
                <a:latin typeface="Arial"/>
                <a:ea typeface="Arial"/>
                <a:cs typeface="Arial"/>
              </a:defRPr>
            </a:lvl5pPr>
            <a:lvl6pPr>
              <a:defRPr sz="2475" b="1">
                <a:solidFill>
                  <a:srgbClr val="FFFFFF"/>
                </a:solidFill>
                <a:latin typeface="Arial"/>
                <a:ea typeface="Arial"/>
                <a:cs typeface="Arial"/>
              </a:defRPr>
            </a:lvl6pPr>
            <a:lvl7pPr>
              <a:defRPr sz="2475" b="1">
                <a:solidFill>
                  <a:srgbClr val="FFFFFF"/>
                </a:solidFill>
                <a:latin typeface="Arial"/>
                <a:ea typeface="Arial"/>
                <a:cs typeface="Arial"/>
              </a:defRPr>
            </a:lvl7pPr>
            <a:lvl8pPr>
              <a:defRPr sz="2475" b="1">
                <a:solidFill>
                  <a:srgbClr val="FFFFFF"/>
                </a:solidFill>
                <a:latin typeface="Arial"/>
                <a:ea typeface="Arial"/>
                <a:cs typeface="Arial"/>
              </a:defRPr>
            </a:lvl8pPr>
            <a:lvl9pPr>
              <a:defRPr sz="2475" b="1">
                <a:solidFill>
                  <a:srgbClr val="FFFFFF"/>
                </a:solidFill>
                <a:latin typeface="Arial"/>
                <a:ea typeface="Arial"/>
                <a:cs typeface="Arial"/>
              </a:defRPr>
            </a:lvl9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Bikash Kushwaha</a:t>
            </a:r>
          </a:p>
        </p:txBody>
      </p:sp>
      <p:sp>
        <p:nvSpPr>
          <p:cNvPr id="5" name="cover-scope">
            <a:extLst xmlns:a="http://schemas.openxmlformats.org/drawingml/2006/main">
              <a:ext uri="{FF2B5EF4-FFF2-40B4-BE49-F238E27FC236}">
                <a16:creationId xmlns:a16="http://schemas.microsoft.com/office/drawing/2014/main" id="{C0FB8D61-D435-49B2-BD63-47EFD3A18311}"/>
              </a:ext>
            </a:extLst>
          </p:cNvPr>
          <p:cNvSpPr>
            <a:spLocks xmlns:a="http://schemas.openxmlformats.org/drawingml/2006/main" noGrp="1"/>
          </p:cNvSpPr>
          <p:nvPr/>
        </p:nvSpPr>
        <p:spPr>
          <a:xfrm xmlns:a="http://schemas.openxmlformats.org/drawingml/2006/main">
            <a:off x="800100" y="59626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C8D5EB"/>
                </a:solidFill>
                <a:latin typeface="Arial"/>
                <a:ea typeface="Arial"/>
                <a:cs typeface="Arial"/>
              </a:defRPr>
            </a:defPPr>
            <a:lvl1pPr>
              <a:defRPr sz="1650">
                <a:solidFill>
                  <a:srgbClr val="C8D5EB"/>
                </a:solidFill>
                <a:latin typeface="Arial"/>
                <a:ea typeface="Arial"/>
                <a:cs typeface="Arial"/>
              </a:defRPr>
            </a:lvl1pPr>
            <a:lvl2pPr>
              <a:defRPr sz="1650">
                <a:solidFill>
                  <a:srgbClr val="C8D5EB"/>
                </a:solidFill>
                <a:latin typeface="Arial"/>
                <a:ea typeface="Arial"/>
                <a:cs typeface="Arial"/>
              </a:defRPr>
            </a:lvl2pPr>
            <a:lvl3pPr>
              <a:defRPr sz="1650">
                <a:solidFill>
                  <a:srgbClr val="C8D5EB"/>
                </a:solidFill>
                <a:latin typeface="Arial"/>
                <a:ea typeface="Arial"/>
                <a:cs typeface="Arial"/>
              </a:defRPr>
            </a:lvl3pPr>
            <a:lvl4pPr>
              <a:defRPr sz="1650">
                <a:solidFill>
                  <a:srgbClr val="C8D5EB"/>
                </a:solidFill>
                <a:latin typeface="Arial"/>
                <a:ea typeface="Arial"/>
                <a:cs typeface="Arial"/>
              </a:defRPr>
            </a:lvl4pPr>
            <a:lvl5pPr>
              <a:defRPr sz="1650">
                <a:solidFill>
                  <a:srgbClr val="C8D5EB"/>
                </a:solidFill>
                <a:latin typeface="Arial"/>
                <a:ea typeface="Arial"/>
                <a:cs typeface="Arial"/>
              </a:defRPr>
            </a:lvl5pPr>
            <a:lvl6pPr>
              <a:defRPr sz="1650">
                <a:solidFill>
                  <a:srgbClr val="C8D5EB"/>
                </a:solidFill>
                <a:latin typeface="Arial"/>
                <a:ea typeface="Arial"/>
                <a:cs typeface="Arial"/>
              </a:defRPr>
            </a:lvl6pPr>
            <a:lvl7pPr>
              <a:defRPr sz="1650">
                <a:solidFill>
                  <a:srgbClr val="C8D5EB"/>
                </a:solidFill>
                <a:latin typeface="Arial"/>
                <a:ea typeface="Arial"/>
                <a:cs typeface="Arial"/>
              </a:defRPr>
            </a:lvl7pPr>
            <a:lvl8pPr>
              <a:defRPr sz="1650">
                <a:solidFill>
                  <a:srgbClr val="C8D5EB"/>
                </a:solidFill>
                <a:latin typeface="Arial"/>
                <a:ea typeface="Arial"/>
                <a:cs typeface="Arial"/>
              </a:defRPr>
            </a:lvl8pPr>
            <a:lvl9pPr>
              <a:defRPr sz="1650">
                <a:solidFill>
                  <a:srgbClr val="C8D5EB"/>
                </a:solidFill>
                <a:latin typeface="Arial"/>
                <a:ea typeface="Arial"/>
                <a:cs typeface="Arial"/>
              </a:defRPr>
            </a:lvl9pPr>
          </a:lstStyle>
          <a:p xmlns:a="http://schemas.openxmlformats.org/drawingml/2006/main">
            <a:pPr>
              <a:defRPr sz="1650">
                <a:solidFill>
                  <a:srgbClr val="C8D5EB"/>
                </a:solidFill>
                <a:latin typeface="Arial"/>
                <a:ea typeface="Arial"/>
                <a:cs typeface="Arial"/>
              </a:defRPr>
            </a:pPr>
            <a:r>
              <a:rPr sz="1650">
                <a:solidFill>
                  <a:srgbClr val="C8D5EB"/>
                </a:solidFill>
                <a:latin typeface="Arial"/>
                <a:ea typeface="Arial"/>
                <a:cs typeface="Arial"/>
              </a:rPr>
              <a:t>Hosted portfolio edition  |  October 2026</a:t>
            </a:r>
          </a:p>
        </p:txBody>
      </p:sp>
    </p:spTree>
    <p:extLst>
      <p:ext uri="{BB962C8B-B14F-4D97-AF65-F5344CB8AC3E}">
        <p14:creationId xmlns:p14="http://schemas.microsoft.com/office/powerpoint/2010/main" val="627334133"/>
      </p:ext>
    </p:extLst>
  </p:cSld>
</p:sld>
</file>

<file path=ppt/slides/slide2.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7" name="accent">
            <a:extLst xmlns:a="http://schemas.openxmlformats.org/drawingml/2006/main">
              <a:ext uri="{FF2B5EF4-FFF2-40B4-BE49-F238E27FC236}">
                <a16:creationId xmlns:a16="http://schemas.microsoft.com/office/drawing/2014/main" id="{7D6A269D-07B7-4276-8479-04581348CB37}"/>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94200062-55C4-4746-9370-8E6F8AA47600}"/>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Five tools in one student workspace</a:t>
            </a:r>
          </a:p>
        </p:txBody>
      </p:sp>
      <p:sp>
        <p:nvSpPr>
          <p:cNvPr id="3" name="number">
            <a:extLst xmlns:a="http://schemas.openxmlformats.org/drawingml/2006/main">
              <a:ext uri="{FF2B5EF4-FFF2-40B4-BE49-F238E27FC236}">
                <a16:creationId xmlns:a16="http://schemas.microsoft.com/office/drawing/2014/main" id="{B41DDCAD-DEA3-46FD-8DAD-28CBCB858C3C}"/>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02</a:t>
            </a:r>
          </a:p>
        </p:txBody>
      </p:sp>
      <p:sp>
        <p:nvSpPr>
          <p:cNvPr id="4" name="scope-intro">
            <a:extLst xmlns:a="http://schemas.openxmlformats.org/drawingml/2006/main">
              <a:ext uri="{FF2B5EF4-FFF2-40B4-BE49-F238E27FC236}">
                <a16:creationId xmlns:a16="http://schemas.microsoft.com/office/drawing/2014/main" id="{87580F6E-196A-47AC-AD89-FBD11EE30B77}"/>
              </a:ext>
            </a:extLst>
          </p:cNvPr>
          <p:cNvSpPr>
            <a:spLocks xmlns:a="http://schemas.openxmlformats.org/drawingml/2006/main" noGrp="1"/>
          </p:cNvSpPr>
          <p:nvPr/>
        </p:nvSpPr>
        <p:spPr>
          <a:xfrm xmlns:a="http://schemas.openxmlformats.org/drawingml/2006/main">
            <a:off x="685800" y="13716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4213D"/>
                </a:solidFill>
                <a:latin typeface="Arial"/>
                <a:ea typeface="Arial"/>
                <a:cs typeface="Arial"/>
              </a:defRPr>
            </a:defPPr>
            <a:lvl1pPr>
              <a:defRPr sz="2175">
                <a:solidFill>
                  <a:srgbClr val="14213D"/>
                </a:solidFill>
                <a:latin typeface="Arial"/>
                <a:ea typeface="Arial"/>
                <a:cs typeface="Arial"/>
              </a:defRPr>
            </a:lvl1pPr>
            <a:lvl2pPr>
              <a:defRPr sz="2175">
                <a:solidFill>
                  <a:srgbClr val="14213D"/>
                </a:solidFill>
                <a:latin typeface="Arial"/>
                <a:ea typeface="Arial"/>
                <a:cs typeface="Arial"/>
              </a:defRPr>
            </a:lvl2pPr>
            <a:lvl3pPr>
              <a:defRPr sz="2175">
                <a:solidFill>
                  <a:srgbClr val="14213D"/>
                </a:solidFill>
                <a:latin typeface="Arial"/>
                <a:ea typeface="Arial"/>
                <a:cs typeface="Arial"/>
              </a:defRPr>
            </a:lvl3pPr>
            <a:lvl4pPr>
              <a:defRPr sz="2175">
                <a:solidFill>
                  <a:srgbClr val="14213D"/>
                </a:solidFill>
                <a:latin typeface="Arial"/>
                <a:ea typeface="Arial"/>
                <a:cs typeface="Arial"/>
              </a:defRPr>
            </a:lvl4pPr>
            <a:lvl5pPr>
              <a:defRPr sz="2175">
                <a:solidFill>
                  <a:srgbClr val="14213D"/>
                </a:solidFill>
                <a:latin typeface="Arial"/>
                <a:ea typeface="Arial"/>
                <a:cs typeface="Arial"/>
              </a:defRPr>
            </a:lvl5pPr>
            <a:lvl6pPr>
              <a:defRPr sz="2175">
                <a:solidFill>
                  <a:srgbClr val="14213D"/>
                </a:solidFill>
                <a:latin typeface="Arial"/>
                <a:ea typeface="Arial"/>
                <a:cs typeface="Arial"/>
              </a:defRPr>
            </a:lvl6pPr>
            <a:lvl7pPr>
              <a:defRPr sz="2175">
                <a:solidFill>
                  <a:srgbClr val="14213D"/>
                </a:solidFill>
                <a:latin typeface="Arial"/>
                <a:ea typeface="Arial"/>
                <a:cs typeface="Arial"/>
              </a:defRPr>
            </a:lvl7pPr>
            <a:lvl8pPr>
              <a:defRPr sz="2175">
                <a:solidFill>
                  <a:srgbClr val="14213D"/>
                </a:solidFill>
                <a:latin typeface="Arial"/>
                <a:ea typeface="Arial"/>
                <a:cs typeface="Arial"/>
              </a:defRPr>
            </a:lvl8pPr>
            <a:lvl9pPr>
              <a:defRPr sz="2175">
                <a:solidFill>
                  <a:srgbClr val="14213D"/>
                </a:solidFill>
                <a:latin typeface="Arial"/>
                <a:ea typeface="Arial"/>
                <a:cs typeface="Arial"/>
              </a:defRPr>
            </a:lvl9pPr>
          </a:lstStyle>
          <a:p xmlns:a="http://schemas.openxmlformats.org/drawingml/2006/main">
            <a:pPr>
              <a:defRPr sz="2175">
                <a:solidFill>
                  <a:srgbClr val="14213D"/>
                </a:solidFill>
                <a:latin typeface="Arial"/>
                <a:ea typeface="Arial"/>
                <a:cs typeface="Arial"/>
              </a:defRPr>
            </a:pPr>
            <a:r>
              <a:rPr sz="2175">
                <a:solidFill>
                  <a:srgbClr val="14213D"/>
                </a:solidFill>
                <a:latin typeface="Arial"/>
                <a:ea typeface="Arial"/>
                <a:cs typeface="Arial"/>
              </a:rPr>
              <a:t>A consistent dark blue interface connects each task to a clear result.</a:t>
            </a:r>
          </a:p>
        </p:txBody>
      </p:sp>
      <p:graphicFrame>
        <p:nvGraphicFramePr>
          <p:cNvPr id="5" name="">
            <a:extLst xmlns:a="http://schemas.openxmlformats.org/drawingml/2006/main">
              <a:ext uri="{FF2B5EF4-FFF2-40B4-BE49-F238E27FC236}">
                <a16:creationId xmlns:a16="http://schemas.microsoft.com/office/drawing/2014/main" id="{DACDBE7F-4679-4148-B913-63B95B20789F}"/>
              </a:ext>
            </a:extLst>
          </p:cNvPr>
          <p:cNvGraphicFramePr/>
          <p:nvPr/>
        </p:nvGraphicFramePr>
        <p:xfrm>
          <a:off xmlns:a="http://schemas.openxmlformats.org/drawingml/2006/main" x="685800" y="2247900"/>
          <a:ext xmlns:a="http://schemas.openxmlformats.org/drawingml/2006/main" cx="10820400" cy="3467100"/>
        </p:xfrm>
        <a:graphic xmlns:a="http://schemas.openxmlformats.org/drawingml/2006/main">
          <a:graphicData uri="http://schemas.openxmlformats.org/drawingml/2006/table">
            <a:tbl>
              <a:tblPr/>
              <a:tblGrid>
                <a:gridCol w="2133600"/>
                <a:gridCol w="4057650"/>
                <a:gridCol w="4629150"/>
              </a:tblGrid>
              <a:tr h="577850">
                <a:tc>
                  <a:txBody>
                    <a:bodyPr lIns="133350" tIns="133350" rIns="133350" bIns="133350">
                      <a:noAutofit/>
                    </a:bodyPr>
                    <a:lstStyle/>
                    <a:p>
                      <a:r>
                        <a:rPr sz="1800" b="1">
                          <a:solidFill>
                            <a:srgbClr val="FFFFFF"/>
                          </a:solidFill>
                          <a:latin typeface="Arial"/>
                          <a:ea typeface="Arial"/>
                          <a:cs typeface="Arial"/>
                        </a:rPr>
                        <a:t>Tool</a:t>
                      </a:r>
                    </a:p>
                  </a:txBody>
                  <a:tcPr marL="91440" marR="91440" marT="45720" marB="45720" anchor="ctr">
                    <a:lnL w="9525">
                      <a:solidFill>
                        <a:srgbClr val="CBD7EA"/>
                      </a:solidFill>
                      <a:prstDash val="solid"/>
                    </a:lnL>
                    <a:lnR w="9525">
                      <a:solidFill>
                        <a:srgbClr val="CBD7EA"/>
                      </a:solidFill>
                      <a:prstDash val="solid"/>
                    </a:lnR>
                    <a:lnT w="9525">
                      <a:solidFill>
                        <a:srgbClr val="CBD7EA"/>
                      </a:solidFill>
                      <a:prstDash val="solid"/>
                    </a:lnT>
                    <a:lnB w="9525">
                      <a:solidFill>
                        <a:srgbClr val="CBD7EA"/>
                      </a:solidFill>
                      <a:prstDash val="solid"/>
                    </a:lnB>
                    <a:solidFill>
                      <a:srgbClr val="101A33"/>
                    </a:solidFill>
                  </a:tcPr>
                </a:tc>
                <a:tc>
                  <a:txBody>
                    <a:bodyPr lIns="133350" tIns="133350" rIns="133350" bIns="133350">
                      <a:noAutofit/>
                    </a:bodyPr>
                    <a:lstStyle/>
                    <a:p>
                      <a:r>
                        <a:rPr sz="1800" b="1">
                          <a:solidFill>
                            <a:srgbClr val="FFFFFF"/>
                          </a:solidFill>
                          <a:latin typeface="Arial"/>
                          <a:ea typeface="Arial"/>
                          <a:cs typeface="Arial"/>
                        </a:rPr>
                        <a:t>Input</a:t>
                      </a:r>
                    </a:p>
                  </a:txBody>
                  <a:tcPr marL="91440" marR="91440" marT="45720" marB="45720" anchor="ctr">
                    <a:lnR w="9525">
                      <a:solidFill>
                        <a:srgbClr val="CBD7EA"/>
                      </a:solidFill>
                      <a:prstDash val="solid"/>
                    </a:lnR>
                    <a:lnT w="9525">
                      <a:solidFill>
                        <a:srgbClr val="CBD7EA"/>
                      </a:solidFill>
                      <a:prstDash val="solid"/>
                    </a:lnT>
                    <a:lnB w="9525">
                      <a:solidFill>
                        <a:srgbClr val="CBD7EA"/>
                      </a:solidFill>
                      <a:prstDash val="solid"/>
                    </a:lnB>
                    <a:solidFill>
                      <a:srgbClr val="101A33"/>
                    </a:solidFill>
                  </a:tcPr>
                </a:tc>
                <a:tc>
                  <a:txBody>
                    <a:bodyPr lIns="133350" tIns="133350" rIns="133350" bIns="133350">
                      <a:noAutofit/>
                    </a:bodyPr>
                    <a:lstStyle/>
                    <a:p>
                      <a:r>
                        <a:rPr sz="1800" b="1">
                          <a:solidFill>
                            <a:srgbClr val="FFFFFF"/>
                          </a:solidFill>
                          <a:latin typeface="Arial"/>
                          <a:ea typeface="Arial"/>
                          <a:cs typeface="Arial"/>
                        </a:rPr>
                        <a:t>Result</a:t>
                      </a:r>
                    </a:p>
                  </a:txBody>
                  <a:tcPr marL="91440" marR="91440" marT="45720" marB="45720" anchor="ctr">
                    <a:lnR w="9525">
                      <a:solidFill>
                        <a:srgbClr val="CBD7EA"/>
                      </a:solidFill>
                      <a:prstDash val="solid"/>
                    </a:lnR>
                    <a:lnT w="9525">
                      <a:solidFill>
                        <a:srgbClr val="CBD7EA"/>
                      </a:solidFill>
                      <a:prstDash val="solid"/>
                    </a:lnT>
                    <a:lnB w="9525">
                      <a:solidFill>
                        <a:srgbClr val="CBD7EA"/>
                      </a:solidFill>
                      <a:prstDash val="solid"/>
                    </a:lnB>
                    <a:solidFill>
                      <a:srgbClr val="101A33"/>
                    </a:solidFill>
                  </a:tcPr>
                </a:tc>
              </a:tr>
              <a:tr h="577850">
                <a:tc>
                  <a:txBody>
                    <a:bodyPr lIns="133350" tIns="133350" rIns="133350" bIns="133350">
                      <a:noAutofit/>
                    </a:bodyPr>
                    <a:lstStyle/>
                    <a:p>
                      <a:r>
                        <a:rPr sz="1800" b="0">
                          <a:solidFill>
                            <a:srgbClr val="14213D"/>
                          </a:solidFill>
                          <a:latin typeface="Arial"/>
                          <a:ea typeface="Arial"/>
                          <a:cs typeface="Arial"/>
                        </a:rPr>
                        <a:t>Chat</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00" b="0">
                          <a:solidFill>
                            <a:srgbClr val="14213D"/>
                          </a:solidFill>
                          <a:latin typeface="Arial"/>
                          <a:ea typeface="Arial"/>
                          <a:cs typeface="Arial"/>
                        </a:rPr>
                        <a:t>A question or study prompt</a:t>
                      </a:r>
                    </a:p>
                  </a:txBody>
                  <a:tcPr marL="91440" marR="91440" marT="45720" marB="45720" anchor="ctr">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00" b="0">
                          <a:solidFill>
                            <a:srgbClr val="14213D"/>
                          </a:solidFill>
                          <a:latin typeface="Arial"/>
                          <a:ea typeface="Arial"/>
                          <a:cs typeface="Arial"/>
                        </a:rPr>
                        <a:t>Assistant response</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r h="577850">
                <a:tc>
                  <a:txBody>
                    <a:bodyPr lIns="133350" tIns="133350" rIns="133350" bIns="133350">
                      <a:noAutofit/>
                    </a:bodyPr>
                    <a:lstStyle/>
                    <a:p>
                      <a:r>
                        <a:rPr sz="1800" b="0">
                          <a:solidFill>
                            <a:srgbClr val="14213D"/>
                          </a:solidFill>
                          <a:latin typeface="Arial"/>
                          <a:ea typeface="Arial"/>
                          <a:cs typeface="Arial"/>
                        </a:rPr>
                        <a:t>Code review</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EEF4FF"/>
                    </a:solidFill>
                  </a:tcPr>
                </a:tc>
                <a:tc>
                  <a:txBody>
                    <a:bodyPr lIns="133350" tIns="133350" rIns="133350" bIns="133350">
                      <a:noAutofit/>
                    </a:bodyPr>
                    <a:lstStyle/>
                    <a:p>
                      <a:r>
                        <a:rPr sz="1800" b="0">
                          <a:solidFill>
                            <a:srgbClr val="14213D"/>
                          </a:solidFill>
                          <a:latin typeface="Arial"/>
                          <a:ea typeface="Arial"/>
                          <a:cs typeface="Arial"/>
                        </a:rPr>
                        <a:t>A code snippet</a:t>
                      </a:r>
                    </a:p>
                  </a:txBody>
                  <a:tcPr marL="91440" marR="91440" marT="45720" marB="45720" anchor="ctr">
                    <a:lnR w="9525">
                      <a:solidFill>
                        <a:srgbClr val="CBD7EA"/>
                      </a:solidFill>
                      <a:prstDash val="solid"/>
                    </a:lnR>
                    <a:lnB w="9525">
                      <a:solidFill>
                        <a:srgbClr val="CBD7EA"/>
                      </a:solidFill>
                      <a:prstDash val="solid"/>
                    </a:lnB>
                    <a:solidFill>
                      <a:srgbClr val="EEF4FF"/>
                    </a:solidFill>
                  </a:tcPr>
                </a:tc>
                <a:tc>
                  <a:txBody>
                    <a:bodyPr lIns="133350" tIns="133350" rIns="133350" bIns="133350">
                      <a:noAutofit/>
                    </a:bodyPr>
                    <a:lstStyle/>
                    <a:p>
                      <a:r>
                        <a:rPr sz="1800" b="0">
                          <a:solidFill>
                            <a:srgbClr val="14213D"/>
                          </a:solidFill>
                          <a:latin typeface="Arial"/>
                          <a:ea typeface="Arial"/>
                          <a:cs typeface="Arial"/>
                        </a:rPr>
                        <a:t>Explanations and review suggestions</a:t>
                      </a:r>
                    </a:p>
                  </a:txBody>
                  <a:tcPr marL="91440" marR="91440" marT="45720" marB="45720" anchor="ctr">
                    <a:lnR w="9525">
                      <a:solidFill>
                        <a:srgbClr val="CBD7EA"/>
                      </a:solidFill>
                      <a:prstDash val="solid"/>
                    </a:lnR>
                    <a:lnB w="9525">
                      <a:solidFill>
                        <a:srgbClr val="CBD7EA"/>
                      </a:solidFill>
                      <a:prstDash val="solid"/>
                    </a:lnB>
                    <a:solidFill>
                      <a:srgbClr val="EEF4FF"/>
                    </a:solidFill>
                  </a:tcPr>
                </a:tc>
              </a:tr>
              <a:tr h="577850">
                <a:tc>
                  <a:txBody>
                    <a:bodyPr lIns="133350" tIns="133350" rIns="133350" bIns="133350">
                      <a:noAutofit/>
                    </a:bodyPr>
                    <a:lstStyle/>
                    <a:p>
                      <a:r>
                        <a:rPr sz="1800" b="0">
                          <a:solidFill>
                            <a:srgbClr val="14213D"/>
                          </a:solidFill>
                          <a:latin typeface="Arial"/>
                          <a:ea typeface="Arial"/>
                          <a:cs typeface="Arial"/>
                        </a:rPr>
                        <a:t>Recipes</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00" b="0">
                          <a:solidFill>
                            <a:srgbClr val="14213D"/>
                          </a:solidFill>
                          <a:latin typeface="Arial"/>
                          <a:ea typeface="Arial"/>
                          <a:cs typeface="Arial"/>
                        </a:rPr>
                        <a:t>Ingredients and optional image</a:t>
                      </a:r>
                    </a:p>
                  </a:txBody>
                  <a:tcPr marL="91440" marR="91440" marT="45720" marB="45720" anchor="ctr">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00" b="0">
                          <a:solidFill>
                            <a:srgbClr val="14213D"/>
                          </a:solidFill>
                          <a:latin typeface="Arial"/>
                          <a:ea typeface="Arial"/>
                          <a:cs typeface="Arial"/>
                        </a:rPr>
                        <a:t>Recipe ideas</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r h="577850">
                <a:tc>
                  <a:txBody>
                    <a:bodyPr lIns="133350" tIns="133350" rIns="133350" bIns="133350">
                      <a:noAutofit/>
                    </a:bodyPr>
                    <a:lstStyle/>
                    <a:p>
                      <a:r>
                        <a:rPr sz="1800" b="0">
                          <a:solidFill>
                            <a:srgbClr val="14213D"/>
                          </a:solidFill>
                          <a:latin typeface="Arial"/>
                          <a:ea typeface="Arial"/>
                          <a:cs typeface="Arial"/>
                        </a:rPr>
                        <a:t>Travel</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EEF4FF"/>
                    </a:solidFill>
                  </a:tcPr>
                </a:tc>
                <a:tc>
                  <a:txBody>
                    <a:bodyPr lIns="133350" tIns="133350" rIns="133350" bIns="133350">
                      <a:noAutofit/>
                    </a:bodyPr>
                    <a:lstStyle/>
                    <a:p>
                      <a:r>
                        <a:rPr sz="1800" b="0">
                          <a:solidFill>
                            <a:srgbClr val="14213D"/>
                          </a:solidFill>
                          <a:latin typeface="Arial"/>
                          <a:ea typeface="Arial"/>
                          <a:cs typeface="Arial"/>
                        </a:rPr>
                        <a:t>Destination and trip duration</a:t>
                      </a:r>
                    </a:p>
                  </a:txBody>
                  <a:tcPr marL="91440" marR="91440" marT="45720" marB="45720" anchor="ctr">
                    <a:lnR w="9525">
                      <a:solidFill>
                        <a:srgbClr val="CBD7EA"/>
                      </a:solidFill>
                      <a:prstDash val="solid"/>
                    </a:lnR>
                    <a:lnB w="9525">
                      <a:solidFill>
                        <a:srgbClr val="CBD7EA"/>
                      </a:solidFill>
                      <a:prstDash val="solid"/>
                    </a:lnB>
                    <a:solidFill>
                      <a:srgbClr val="EEF4FF"/>
                    </a:solidFill>
                  </a:tcPr>
                </a:tc>
                <a:tc>
                  <a:txBody>
                    <a:bodyPr lIns="133350" tIns="133350" rIns="133350" bIns="133350">
                      <a:noAutofit/>
                    </a:bodyPr>
                    <a:lstStyle/>
                    <a:p>
                      <a:r>
                        <a:rPr sz="1800" b="0">
                          <a:solidFill>
                            <a:srgbClr val="14213D"/>
                          </a:solidFill>
                          <a:latin typeface="Arial"/>
                          <a:ea typeface="Arial"/>
                          <a:cs typeface="Arial"/>
                        </a:rPr>
                        <a:t>A day-by-day itinerary</a:t>
                      </a:r>
                    </a:p>
                  </a:txBody>
                  <a:tcPr marL="91440" marR="91440" marT="45720" marB="45720" anchor="ctr">
                    <a:lnR w="9525">
                      <a:solidFill>
                        <a:srgbClr val="CBD7EA"/>
                      </a:solidFill>
                      <a:prstDash val="solid"/>
                    </a:lnR>
                    <a:lnB w="9525">
                      <a:solidFill>
                        <a:srgbClr val="CBD7EA"/>
                      </a:solidFill>
                      <a:prstDash val="solid"/>
                    </a:lnB>
                    <a:solidFill>
                      <a:srgbClr val="EEF4FF"/>
                    </a:solidFill>
                  </a:tcPr>
                </a:tc>
              </a:tr>
              <a:tr h="577850">
                <a:tc>
                  <a:txBody>
                    <a:bodyPr lIns="133350" tIns="133350" rIns="133350" bIns="133350">
                      <a:noAutofit/>
                    </a:bodyPr>
                    <a:lstStyle/>
                    <a:p>
                      <a:r>
                        <a:rPr sz="1800" b="0">
                          <a:solidFill>
                            <a:srgbClr val="14213D"/>
                          </a:solidFill>
                          <a:latin typeface="Arial"/>
                          <a:ea typeface="Arial"/>
                          <a:cs typeface="Arial"/>
                        </a:rPr>
                        <a:t>Expenses</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00" b="0">
                          <a:solidFill>
                            <a:srgbClr val="14213D"/>
                          </a:solidFill>
                          <a:latin typeface="Arial"/>
                          <a:ea typeface="Arial"/>
                          <a:cs typeface="Arial"/>
                        </a:rPr>
                        <a:t>Category, amount and budget</a:t>
                      </a:r>
                    </a:p>
                  </a:txBody>
                  <a:tcPr marL="91440" marR="91440" marT="45720" marB="45720" anchor="ctr">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00" b="0">
                          <a:solidFill>
                            <a:srgbClr val="14213D"/>
                          </a:solidFill>
                          <a:latin typeface="Arial"/>
                          <a:ea typeface="Arial"/>
                          <a:cs typeface="Arial"/>
                        </a:rPr>
                        <a:t>Saved records and monthly totals</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bl>
          </a:graphicData>
        </a:graphic>
      </p:graphicFrame>
      <p:sp>
        <p:nvSpPr>
          <p:cNvPr id="6" name="scope-boundary">
            <a:extLst xmlns:a="http://schemas.openxmlformats.org/drawingml/2006/main">
              <a:ext uri="{FF2B5EF4-FFF2-40B4-BE49-F238E27FC236}">
                <a16:creationId xmlns:a16="http://schemas.microsoft.com/office/drawing/2014/main" id="{E266DCBE-CD1C-4817-8EFB-6DE85DF71D8C}"/>
              </a:ext>
            </a:extLst>
          </p:cNvPr>
          <p:cNvSpPr>
            <a:spLocks xmlns:a="http://schemas.openxmlformats.org/drawingml/2006/main" noGrp="1"/>
          </p:cNvSpPr>
          <p:nvPr/>
        </p:nvSpPr>
        <p:spPr>
          <a:xfrm xmlns:a="http://schemas.openxmlformats.org/drawingml/2006/main">
            <a:off x="685800" y="5953125"/>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54647B"/>
                </a:solidFill>
                <a:latin typeface="Arial"/>
                <a:ea typeface="Arial"/>
                <a:cs typeface="Arial"/>
              </a:defRPr>
            </a:defPPr>
            <a:lvl1pPr>
              <a:defRPr sz="1725">
                <a:solidFill>
                  <a:srgbClr val="54647B"/>
                </a:solidFill>
                <a:latin typeface="Arial"/>
                <a:ea typeface="Arial"/>
                <a:cs typeface="Arial"/>
              </a:defRPr>
            </a:lvl1pPr>
            <a:lvl2pPr>
              <a:defRPr sz="1725">
                <a:solidFill>
                  <a:srgbClr val="54647B"/>
                </a:solidFill>
                <a:latin typeface="Arial"/>
                <a:ea typeface="Arial"/>
                <a:cs typeface="Arial"/>
              </a:defRPr>
            </a:lvl2pPr>
            <a:lvl3pPr>
              <a:defRPr sz="1725">
                <a:solidFill>
                  <a:srgbClr val="54647B"/>
                </a:solidFill>
                <a:latin typeface="Arial"/>
                <a:ea typeface="Arial"/>
                <a:cs typeface="Arial"/>
              </a:defRPr>
            </a:lvl3pPr>
            <a:lvl4pPr>
              <a:defRPr sz="1725">
                <a:solidFill>
                  <a:srgbClr val="54647B"/>
                </a:solidFill>
                <a:latin typeface="Arial"/>
                <a:ea typeface="Arial"/>
                <a:cs typeface="Arial"/>
              </a:defRPr>
            </a:lvl4pPr>
            <a:lvl5pPr>
              <a:defRPr sz="1725">
                <a:solidFill>
                  <a:srgbClr val="54647B"/>
                </a:solidFill>
                <a:latin typeface="Arial"/>
                <a:ea typeface="Arial"/>
                <a:cs typeface="Arial"/>
              </a:defRPr>
            </a:lvl5pPr>
            <a:lvl6pPr>
              <a:defRPr sz="1725">
                <a:solidFill>
                  <a:srgbClr val="54647B"/>
                </a:solidFill>
                <a:latin typeface="Arial"/>
                <a:ea typeface="Arial"/>
                <a:cs typeface="Arial"/>
              </a:defRPr>
            </a:lvl6pPr>
            <a:lvl7pPr>
              <a:defRPr sz="1725">
                <a:solidFill>
                  <a:srgbClr val="54647B"/>
                </a:solidFill>
                <a:latin typeface="Arial"/>
                <a:ea typeface="Arial"/>
                <a:cs typeface="Arial"/>
              </a:defRPr>
            </a:lvl7pPr>
            <a:lvl8pPr>
              <a:defRPr sz="1725">
                <a:solidFill>
                  <a:srgbClr val="54647B"/>
                </a:solidFill>
                <a:latin typeface="Arial"/>
                <a:ea typeface="Arial"/>
                <a:cs typeface="Arial"/>
              </a:defRPr>
            </a:lvl8pPr>
            <a:lvl9pPr>
              <a:defRPr sz="1725">
                <a:solidFill>
                  <a:srgbClr val="54647B"/>
                </a:solidFill>
                <a:latin typeface="Arial"/>
                <a:ea typeface="Arial"/>
                <a:cs typeface="Arial"/>
              </a:defRPr>
            </a:lvl9pPr>
          </a:lstStyle>
          <a:p xmlns:a="http://schemas.openxmlformats.org/drawingml/2006/main">
            <a:pPr>
              <a:defRPr sz="1725">
                <a:solidFill>
                  <a:srgbClr val="54647B"/>
                </a:solidFill>
                <a:latin typeface="Arial"/>
                <a:ea typeface="Arial"/>
                <a:cs typeface="Arial"/>
              </a:defRPr>
            </a:pPr>
            <a:r>
              <a:rPr sz="1725">
                <a:solidFill>
                  <a:srgbClr val="54647B"/>
                </a:solidFill>
                <a:latin typeface="Arial"/>
                <a:ea typeface="Arial"/>
                <a:cs typeface="Arial"/>
              </a:rPr>
              <a:t>The four assistant tools share a provider. Expenses use persistent database storage.</a:t>
            </a:r>
          </a:p>
        </p:txBody>
      </p:sp>
    </p:spTree>
    <p:extLst>
      <p:ext uri="{BB962C8B-B14F-4D97-AF65-F5344CB8AC3E}">
        <p14:creationId xmlns:p14="http://schemas.microsoft.com/office/powerpoint/2010/main" val="1920839017"/>
      </p:ext>
    </p:extLst>
  </p:cSld>
</p:sld>
</file>

<file path=ppt/slides/slide3.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B15D071C-C2BD-442E-B9AE-8263FA6C7A6D}"/>
              </a:ext>
            </a:extLst>
          </p:cNvPr>
          <p:cNvCxnSpPr>
            <a:stCxn xmlns:a="http://schemas.openxmlformats.org/drawingml/2006/main" id="10" idx="3"/>
            <a:endCxn xmlns:a="http://schemas.openxmlformats.org/drawingml/2006/main" id="11" idx="1"/>
          </p:cNvCxnSpPr>
          <p:nvPr/>
        </p:nvCxnSpPr>
        <p:spPr>
          <a:xfrm xmlns:a="http://schemas.openxmlformats.org/drawingml/2006/main">
            <a:off x="7524750" y="4991100"/>
            <a:ext cx="1123950" cy="0"/>
          </a:xfrm>
          <a:prstGeom xmlns:a="http://schemas.openxmlformats.org/drawingml/2006/main" prst="straightConnector1">
            <a:avLst/>
          </a:prstGeom>
          <a:ln xmlns:a="http://schemas.openxmlformats.org/drawingml/2006/main" w="23813">
            <a:solidFill>
              <a:srgbClr val="3E78FF"/>
            </a:solidFill>
            <a:tailEnd type="triangle" w="med" len="med"/>
          </a:ln>
        </p:spPr>
      </p:cxnSp>
      <p:cxnSp>
        <p:nvCxnSpPr>
          <p:cNvPr id="12" name="">
            <a:extLst xmlns:a="http://schemas.openxmlformats.org/drawingml/2006/main">
              <a:ext uri="{FF2B5EF4-FFF2-40B4-BE49-F238E27FC236}">
                <a16:creationId xmlns:a16="http://schemas.microsoft.com/office/drawing/2014/main" id="{DF5C6A72-E7AB-4881-971D-B0E01D034E1B}"/>
              </a:ext>
            </a:extLst>
          </p:cNvPr>
          <p:cNvCxnSpPr>
            <a:stCxn xmlns:a="http://schemas.openxmlformats.org/drawingml/2006/main" id="6" idx="2"/>
            <a:endCxn xmlns:a="http://schemas.openxmlformats.org/drawingml/2006/main" id="10" idx="0"/>
          </p:cNvCxnSpPr>
          <p:nvPr/>
        </p:nvCxnSpPr>
        <p:spPr>
          <a:xfrm xmlns:a="http://schemas.openxmlformats.org/drawingml/2006/main">
            <a:off x="6096000" y="3448050"/>
            <a:ext cx="0" cy="1009650"/>
          </a:xfrm>
          <a:prstGeom xmlns:a="http://schemas.openxmlformats.org/drawingml/2006/main" prst="straightConnector1">
            <a:avLst/>
          </a:prstGeom>
          <a:ln xmlns:a="http://schemas.openxmlformats.org/drawingml/2006/main" w="23813">
            <a:solidFill>
              <a:srgbClr val="3E78FF"/>
            </a:solidFill>
            <a:tailEnd type="triangle" w="med" len="med"/>
          </a:ln>
        </p:spPr>
      </p:cxnSp>
      <p:cxnSp>
        <p:nvCxnSpPr>
          <p:cNvPr id="9" name="">
            <a:extLst xmlns:a="http://schemas.openxmlformats.org/drawingml/2006/main">
              <a:ext uri="{FF2B5EF4-FFF2-40B4-BE49-F238E27FC236}">
                <a16:creationId xmlns:a16="http://schemas.microsoft.com/office/drawing/2014/main" id="{F24A3EA9-7BD3-427F-8A8F-758DB247D881}"/>
              </a:ext>
            </a:extLst>
          </p:cNvPr>
          <p:cNvCxnSpPr>
            <a:stCxn xmlns:a="http://schemas.openxmlformats.org/drawingml/2006/main" id="6" idx="3"/>
            <a:endCxn xmlns:a="http://schemas.openxmlformats.org/drawingml/2006/main" id="7" idx="1"/>
          </p:cNvCxnSpPr>
          <p:nvPr/>
        </p:nvCxnSpPr>
        <p:spPr>
          <a:xfrm xmlns:a="http://schemas.openxmlformats.org/drawingml/2006/main">
            <a:off x="7524750" y="2914650"/>
            <a:ext cx="1123950" cy="0"/>
          </a:xfrm>
          <a:prstGeom xmlns:a="http://schemas.openxmlformats.org/drawingml/2006/main" prst="straightConnector1">
            <a:avLst/>
          </a:prstGeom>
          <a:ln xmlns:a="http://schemas.openxmlformats.org/drawingml/2006/main" w="23813">
            <a:solidFill>
              <a:srgbClr val="3E78FF"/>
            </a:solidFill>
            <a:tailEnd type="triangle" w="med" len="med"/>
          </a:ln>
        </p:spPr>
      </p:cxnSp>
      <p:cxnSp>
        <p:nvCxnSpPr>
          <p:cNvPr id="8" name="">
            <a:extLst xmlns:a="http://schemas.openxmlformats.org/drawingml/2006/main">
              <a:ext uri="{FF2B5EF4-FFF2-40B4-BE49-F238E27FC236}">
                <a16:creationId xmlns:a16="http://schemas.microsoft.com/office/drawing/2014/main" id="{34C7CEC7-5B19-45CA-8687-CCA1667CEC7E}"/>
              </a:ext>
            </a:extLst>
          </p:cNvPr>
          <p:cNvCxnSpPr>
            <a:stCxn xmlns:a="http://schemas.openxmlformats.org/drawingml/2006/main" id="5" idx="3"/>
            <a:endCxn xmlns:a="http://schemas.openxmlformats.org/drawingml/2006/main" id="6" idx="1"/>
          </p:cNvCxnSpPr>
          <p:nvPr/>
        </p:nvCxnSpPr>
        <p:spPr>
          <a:xfrm xmlns:a="http://schemas.openxmlformats.org/drawingml/2006/main">
            <a:off x="3543300" y="2914650"/>
            <a:ext cx="1123950" cy="0"/>
          </a:xfrm>
          <a:prstGeom xmlns:a="http://schemas.openxmlformats.org/drawingml/2006/main" prst="straightConnector1">
            <a:avLst/>
          </a:prstGeom>
          <a:ln xmlns:a="http://schemas.openxmlformats.org/drawingml/2006/main" w="23813">
            <a:solidFill>
              <a:srgbClr val="3E78FF"/>
            </a:solidFill>
            <a:tailEnd type="triangle" w="med" len="med"/>
          </a:ln>
        </p:spPr>
      </p:cxnSp>
      <p:sp>
        <p:nvSpPr>
          <p:cNvPr id="15" name="accent">
            <a:extLst xmlns:a="http://schemas.openxmlformats.org/drawingml/2006/main">
              <a:ext uri="{FF2B5EF4-FFF2-40B4-BE49-F238E27FC236}">
                <a16:creationId xmlns:a16="http://schemas.microsoft.com/office/drawing/2014/main" id="{197F125E-3197-448A-8AB8-A0A14C5D8ECD}"/>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A7BB55FD-A60A-4A93-BEC9-8135CC98EA40}"/>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Django coordinates the application</a:t>
            </a:r>
          </a:p>
        </p:txBody>
      </p:sp>
      <p:sp>
        <p:nvSpPr>
          <p:cNvPr id="3" name="number">
            <a:extLst xmlns:a="http://schemas.openxmlformats.org/drawingml/2006/main">
              <a:ext uri="{FF2B5EF4-FFF2-40B4-BE49-F238E27FC236}">
                <a16:creationId xmlns:a16="http://schemas.microsoft.com/office/drawing/2014/main" id="{9884F4E8-6257-4199-BA46-3B29D8259721}"/>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03</a:t>
            </a:r>
          </a:p>
        </p:txBody>
      </p:sp>
      <p:sp>
        <p:nvSpPr>
          <p:cNvPr id="4" name="architecture-intro">
            <a:extLst xmlns:a="http://schemas.openxmlformats.org/drawingml/2006/main">
              <a:ext uri="{FF2B5EF4-FFF2-40B4-BE49-F238E27FC236}">
                <a16:creationId xmlns:a16="http://schemas.microsoft.com/office/drawing/2014/main" id="{7CD3C337-B99D-48E7-93CA-54D11FB5FBB2}"/>
              </a:ext>
            </a:extLst>
          </p:cNvPr>
          <p:cNvSpPr>
            <a:spLocks xmlns:a="http://schemas.openxmlformats.org/drawingml/2006/main" noGrp="1"/>
          </p:cNvSpPr>
          <p:nvPr/>
        </p:nvSpPr>
        <p:spPr>
          <a:xfrm xmlns:a="http://schemas.openxmlformats.org/drawingml/2006/main">
            <a:off x="685800" y="1371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4213D"/>
                </a:solidFill>
                <a:latin typeface="Arial"/>
                <a:ea typeface="Arial"/>
                <a:cs typeface="Arial"/>
              </a:defRPr>
            </a:defPPr>
            <a:lvl1pPr>
              <a:defRPr sz="2175">
                <a:solidFill>
                  <a:srgbClr val="14213D"/>
                </a:solidFill>
                <a:latin typeface="Arial"/>
                <a:ea typeface="Arial"/>
                <a:cs typeface="Arial"/>
              </a:defRPr>
            </a:lvl1pPr>
            <a:lvl2pPr>
              <a:defRPr sz="2175">
                <a:solidFill>
                  <a:srgbClr val="14213D"/>
                </a:solidFill>
                <a:latin typeface="Arial"/>
                <a:ea typeface="Arial"/>
                <a:cs typeface="Arial"/>
              </a:defRPr>
            </a:lvl2pPr>
            <a:lvl3pPr>
              <a:defRPr sz="2175">
                <a:solidFill>
                  <a:srgbClr val="14213D"/>
                </a:solidFill>
                <a:latin typeface="Arial"/>
                <a:ea typeface="Arial"/>
                <a:cs typeface="Arial"/>
              </a:defRPr>
            </a:lvl3pPr>
            <a:lvl4pPr>
              <a:defRPr sz="2175">
                <a:solidFill>
                  <a:srgbClr val="14213D"/>
                </a:solidFill>
                <a:latin typeface="Arial"/>
                <a:ea typeface="Arial"/>
                <a:cs typeface="Arial"/>
              </a:defRPr>
            </a:lvl4pPr>
            <a:lvl5pPr>
              <a:defRPr sz="2175">
                <a:solidFill>
                  <a:srgbClr val="14213D"/>
                </a:solidFill>
                <a:latin typeface="Arial"/>
                <a:ea typeface="Arial"/>
                <a:cs typeface="Arial"/>
              </a:defRPr>
            </a:lvl5pPr>
            <a:lvl6pPr>
              <a:defRPr sz="2175">
                <a:solidFill>
                  <a:srgbClr val="14213D"/>
                </a:solidFill>
                <a:latin typeface="Arial"/>
                <a:ea typeface="Arial"/>
                <a:cs typeface="Arial"/>
              </a:defRPr>
            </a:lvl6pPr>
            <a:lvl7pPr>
              <a:defRPr sz="2175">
                <a:solidFill>
                  <a:srgbClr val="14213D"/>
                </a:solidFill>
                <a:latin typeface="Arial"/>
                <a:ea typeface="Arial"/>
                <a:cs typeface="Arial"/>
              </a:defRPr>
            </a:lvl7pPr>
            <a:lvl8pPr>
              <a:defRPr sz="2175">
                <a:solidFill>
                  <a:srgbClr val="14213D"/>
                </a:solidFill>
                <a:latin typeface="Arial"/>
                <a:ea typeface="Arial"/>
                <a:cs typeface="Arial"/>
              </a:defRPr>
            </a:lvl8pPr>
            <a:lvl9pPr>
              <a:defRPr sz="2175">
                <a:solidFill>
                  <a:srgbClr val="14213D"/>
                </a:solidFill>
                <a:latin typeface="Arial"/>
                <a:ea typeface="Arial"/>
                <a:cs typeface="Arial"/>
              </a:defRPr>
            </a:lvl9pPr>
          </a:lstStyle>
          <a:p xmlns:a="http://schemas.openxmlformats.org/drawingml/2006/main">
            <a:pPr>
              <a:defRPr sz="2175">
                <a:solidFill>
                  <a:srgbClr val="14213D"/>
                </a:solidFill>
                <a:latin typeface="Arial"/>
                <a:ea typeface="Arial"/>
                <a:cs typeface="Arial"/>
              </a:defRPr>
            </a:pPr>
            <a:r>
              <a:rPr sz="2175">
                <a:solidFill>
                  <a:srgbClr val="14213D"/>
                </a:solidFill>
                <a:latin typeface="Arial"/>
                <a:ea typeface="Arial"/>
                <a:cs typeface="Arial"/>
              </a:rPr>
              <a:t>Browser forms and JSON requests reach one server-side application.</a:t>
            </a:r>
          </a:p>
        </p:txBody>
      </p:sp>
      <p:sp>
        <p:nvSpPr>
          <p:cNvPr id="5" name="Browser HTML / CSS / JavaScript">
            <a:extLst xmlns:a="http://schemas.openxmlformats.org/drawingml/2006/main">
              <a:ext uri="{FF2B5EF4-FFF2-40B4-BE49-F238E27FC236}">
                <a16:creationId xmlns:a16="http://schemas.microsoft.com/office/drawing/2014/main" id="{58EE6990-6593-49EE-A6BB-9F484902AAE7}"/>
              </a:ext>
            </a:extLst>
          </p:cNvPr>
          <p:cNvSpPr>
            <a:spLocks xmlns:a="http://schemas.openxmlformats.org/drawingml/2006/main" noGrp="1"/>
          </p:cNvSpPr>
          <p:nvPr/>
        </p:nvSpPr>
        <p:spPr>
          <a:xfrm xmlns:a="http://schemas.openxmlformats.org/drawingml/2006/main">
            <a:off x="685800" y="2381250"/>
            <a:ext cx="2857500" cy="1066800"/>
          </a:xfrm>
          <a:prstGeom xmlns:a="http://schemas.openxmlformats.org/drawingml/2006/main" prst="rect">
            <a:avLst/>
          </a:prstGeom>
          <a:solidFill xmlns:a="http://schemas.openxmlformats.org/drawingml/2006/main">
            <a:srgbClr val="EEF4FF"/>
          </a:solidFill>
          <a:ln xmlns:a="http://schemas.openxmlformats.org/drawingml/2006/main" w="0">
            <a:noFill/>
          </a:ln>
        </p:spPr>
        <p:txBody>
          <a:bodyPr xmlns:a="http://schemas.openxmlformats.org/drawingml/2006/main" lIns="133350" tIns="133350" rIns="133350" bIns="133350" anchor="ctr">
            <a:noAutofit/>
          </a:bodyPr>
          <a:lstStyle xmlns:a="http://schemas.openxmlformats.org/drawingml/2006/main">
            <a:defPPr algn="ctr">
              <a:defRPr sz="2025">
                <a:solidFill>
                  <a:srgbClr val="14213D"/>
                </a:solidFill>
                <a:latin typeface="Arial"/>
                <a:ea typeface="Arial"/>
                <a:cs typeface="Arial"/>
              </a:defRPr>
            </a:defPPr>
            <a:lvl1pPr algn="ctr">
              <a:defRPr sz="2025">
                <a:solidFill>
                  <a:srgbClr val="14213D"/>
                </a:solidFill>
                <a:latin typeface="Arial"/>
                <a:ea typeface="Arial"/>
                <a:cs typeface="Arial"/>
              </a:defRPr>
            </a:lvl1pPr>
            <a:lvl2pPr algn="ctr">
              <a:defRPr sz="2025">
                <a:solidFill>
                  <a:srgbClr val="14213D"/>
                </a:solidFill>
                <a:latin typeface="Arial"/>
                <a:ea typeface="Arial"/>
                <a:cs typeface="Arial"/>
              </a:defRPr>
            </a:lvl2pPr>
            <a:lvl3pPr algn="ctr">
              <a:defRPr sz="2025">
                <a:solidFill>
                  <a:srgbClr val="14213D"/>
                </a:solidFill>
                <a:latin typeface="Arial"/>
                <a:ea typeface="Arial"/>
                <a:cs typeface="Arial"/>
              </a:defRPr>
            </a:lvl3pPr>
            <a:lvl4pPr algn="ctr">
              <a:defRPr sz="2025">
                <a:solidFill>
                  <a:srgbClr val="14213D"/>
                </a:solidFill>
                <a:latin typeface="Arial"/>
                <a:ea typeface="Arial"/>
                <a:cs typeface="Arial"/>
              </a:defRPr>
            </a:lvl4pPr>
            <a:lvl5pPr algn="ctr">
              <a:defRPr sz="2025">
                <a:solidFill>
                  <a:srgbClr val="14213D"/>
                </a:solidFill>
                <a:latin typeface="Arial"/>
                <a:ea typeface="Arial"/>
                <a:cs typeface="Arial"/>
              </a:defRPr>
            </a:lvl5pPr>
            <a:lvl6pPr algn="ctr">
              <a:defRPr sz="2025">
                <a:solidFill>
                  <a:srgbClr val="14213D"/>
                </a:solidFill>
                <a:latin typeface="Arial"/>
                <a:ea typeface="Arial"/>
                <a:cs typeface="Arial"/>
              </a:defRPr>
            </a:lvl6pPr>
            <a:lvl7pPr algn="ctr">
              <a:defRPr sz="2025">
                <a:solidFill>
                  <a:srgbClr val="14213D"/>
                </a:solidFill>
                <a:latin typeface="Arial"/>
                <a:ea typeface="Arial"/>
                <a:cs typeface="Arial"/>
              </a:defRPr>
            </a:lvl7pPr>
            <a:lvl8pPr algn="ctr">
              <a:defRPr sz="2025">
                <a:solidFill>
                  <a:srgbClr val="14213D"/>
                </a:solidFill>
                <a:latin typeface="Arial"/>
                <a:ea typeface="Arial"/>
                <a:cs typeface="Arial"/>
              </a:defRPr>
            </a:lvl8pPr>
            <a:lvl9pPr algn="ctr">
              <a:defRPr sz="2025">
                <a:solidFill>
                  <a:srgbClr val="14213D"/>
                </a:solidFill>
                <a:latin typeface="Arial"/>
                <a:ea typeface="Arial"/>
                <a:cs typeface="Arial"/>
              </a:defRPr>
            </a:lvl9pPr>
          </a:lstStyle>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Browser</a:t>
            </a:r>
          </a:p>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HTML / CSS / JavaScript</a:t>
            </a:r>
          </a:p>
        </p:txBody>
      </p:sp>
      <p:sp>
        <p:nvSpPr>
          <p:cNvPr id="6" name="Django Vercel server">
            <a:extLst xmlns:a="http://schemas.openxmlformats.org/drawingml/2006/main">
              <a:ext uri="{FF2B5EF4-FFF2-40B4-BE49-F238E27FC236}">
                <a16:creationId xmlns:a16="http://schemas.microsoft.com/office/drawing/2014/main" id="{4BDEA7AD-CA6C-4221-9FD4-EC1296399E67}"/>
              </a:ext>
            </a:extLst>
          </p:cNvPr>
          <p:cNvSpPr>
            <a:spLocks xmlns:a="http://schemas.openxmlformats.org/drawingml/2006/main" noGrp="1"/>
          </p:cNvSpPr>
          <p:nvPr/>
        </p:nvSpPr>
        <p:spPr>
          <a:xfrm xmlns:a="http://schemas.openxmlformats.org/drawingml/2006/main">
            <a:off x="4667250" y="2381250"/>
            <a:ext cx="2857500" cy="1066800"/>
          </a:xfrm>
          <a:prstGeom xmlns:a="http://schemas.openxmlformats.org/drawingml/2006/main" prst="rect">
            <a:avLst/>
          </a:prstGeom>
          <a:solidFill xmlns:a="http://schemas.openxmlformats.org/drawingml/2006/main">
            <a:srgbClr val="101A33"/>
          </a:solidFill>
          <a:ln xmlns:a="http://schemas.openxmlformats.org/drawingml/2006/main" w="0">
            <a:noFill/>
          </a:ln>
        </p:spPr>
        <p:txBody>
          <a:bodyPr xmlns:a="http://schemas.openxmlformats.org/drawingml/2006/main" lIns="133350" tIns="133350" rIns="133350" bIns="13335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Django</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Vercel server</a:t>
            </a:r>
          </a:p>
        </p:txBody>
      </p:sp>
      <p:sp>
        <p:nvSpPr>
          <p:cNvPr id="7" name="Assistant provider Sample or live Gemini">
            <a:extLst xmlns:a="http://schemas.openxmlformats.org/drawingml/2006/main">
              <a:ext uri="{FF2B5EF4-FFF2-40B4-BE49-F238E27FC236}">
                <a16:creationId xmlns:a16="http://schemas.microsoft.com/office/drawing/2014/main" id="{CD098DF3-E25A-43C9-B32F-3AC2DD37C5F3}"/>
              </a:ext>
            </a:extLst>
          </p:cNvPr>
          <p:cNvSpPr>
            <a:spLocks xmlns:a="http://schemas.openxmlformats.org/drawingml/2006/main" noGrp="1"/>
          </p:cNvSpPr>
          <p:nvPr/>
        </p:nvSpPr>
        <p:spPr>
          <a:xfrm xmlns:a="http://schemas.openxmlformats.org/drawingml/2006/main">
            <a:off x="8648700" y="2381250"/>
            <a:ext cx="2857500" cy="1066800"/>
          </a:xfrm>
          <a:prstGeom xmlns:a="http://schemas.openxmlformats.org/drawingml/2006/main" prst="rect">
            <a:avLst/>
          </a:prstGeom>
          <a:solidFill xmlns:a="http://schemas.openxmlformats.org/drawingml/2006/main">
            <a:srgbClr val="EEF4FF"/>
          </a:solidFill>
          <a:ln xmlns:a="http://schemas.openxmlformats.org/drawingml/2006/main" w="0">
            <a:noFill/>
          </a:ln>
        </p:spPr>
        <p:txBody>
          <a:bodyPr xmlns:a="http://schemas.openxmlformats.org/drawingml/2006/main" lIns="133350" tIns="133350" rIns="133350" bIns="133350" anchor="ctr">
            <a:noAutofit/>
          </a:bodyPr>
          <a:lstStyle xmlns:a="http://schemas.openxmlformats.org/drawingml/2006/main">
            <a:defPPr algn="ctr">
              <a:defRPr sz="2025">
                <a:solidFill>
                  <a:srgbClr val="14213D"/>
                </a:solidFill>
                <a:latin typeface="Arial"/>
                <a:ea typeface="Arial"/>
                <a:cs typeface="Arial"/>
              </a:defRPr>
            </a:defPPr>
            <a:lvl1pPr algn="ctr">
              <a:defRPr sz="2025">
                <a:solidFill>
                  <a:srgbClr val="14213D"/>
                </a:solidFill>
                <a:latin typeface="Arial"/>
                <a:ea typeface="Arial"/>
                <a:cs typeface="Arial"/>
              </a:defRPr>
            </a:lvl1pPr>
            <a:lvl2pPr algn="ctr">
              <a:defRPr sz="2025">
                <a:solidFill>
                  <a:srgbClr val="14213D"/>
                </a:solidFill>
                <a:latin typeface="Arial"/>
                <a:ea typeface="Arial"/>
                <a:cs typeface="Arial"/>
              </a:defRPr>
            </a:lvl2pPr>
            <a:lvl3pPr algn="ctr">
              <a:defRPr sz="2025">
                <a:solidFill>
                  <a:srgbClr val="14213D"/>
                </a:solidFill>
                <a:latin typeface="Arial"/>
                <a:ea typeface="Arial"/>
                <a:cs typeface="Arial"/>
              </a:defRPr>
            </a:lvl3pPr>
            <a:lvl4pPr algn="ctr">
              <a:defRPr sz="2025">
                <a:solidFill>
                  <a:srgbClr val="14213D"/>
                </a:solidFill>
                <a:latin typeface="Arial"/>
                <a:ea typeface="Arial"/>
                <a:cs typeface="Arial"/>
              </a:defRPr>
            </a:lvl4pPr>
            <a:lvl5pPr algn="ctr">
              <a:defRPr sz="2025">
                <a:solidFill>
                  <a:srgbClr val="14213D"/>
                </a:solidFill>
                <a:latin typeface="Arial"/>
                <a:ea typeface="Arial"/>
                <a:cs typeface="Arial"/>
              </a:defRPr>
            </a:lvl5pPr>
            <a:lvl6pPr algn="ctr">
              <a:defRPr sz="2025">
                <a:solidFill>
                  <a:srgbClr val="14213D"/>
                </a:solidFill>
                <a:latin typeface="Arial"/>
                <a:ea typeface="Arial"/>
                <a:cs typeface="Arial"/>
              </a:defRPr>
            </a:lvl6pPr>
            <a:lvl7pPr algn="ctr">
              <a:defRPr sz="2025">
                <a:solidFill>
                  <a:srgbClr val="14213D"/>
                </a:solidFill>
                <a:latin typeface="Arial"/>
                <a:ea typeface="Arial"/>
                <a:cs typeface="Arial"/>
              </a:defRPr>
            </a:lvl7pPr>
            <a:lvl8pPr algn="ctr">
              <a:defRPr sz="2025">
                <a:solidFill>
                  <a:srgbClr val="14213D"/>
                </a:solidFill>
                <a:latin typeface="Arial"/>
                <a:ea typeface="Arial"/>
                <a:cs typeface="Arial"/>
              </a:defRPr>
            </a:lvl8pPr>
            <a:lvl9pPr algn="ctr">
              <a:defRPr sz="2025">
                <a:solidFill>
                  <a:srgbClr val="14213D"/>
                </a:solidFill>
                <a:latin typeface="Arial"/>
                <a:ea typeface="Arial"/>
                <a:cs typeface="Arial"/>
              </a:defRPr>
            </a:lvl9pPr>
          </a:lstStyle>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Assistant provider</a:t>
            </a:r>
          </a:p>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Sample or live Gemini</a:t>
            </a:r>
          </a:p>
        </p:txBody>
      </p:sp>
      <p:sp>
        <p:nvSpPr>
          <p:cNvPr id="10" name="Django session Browser ownership">
            <a:extLst xmlns:a="http://schemas.openxmlformats.org/drawingml/2006/main">
              <a:ext uri="{FF2B5EF4-FFF2-40B4-BE49-F238E27FC236}">
                <a16:creationId xmlns:a16="http://schemas.microsoft.com/office/drawing/2014/main" id="{CE309EFB-8BF1-4A72-958E-E803B7E14893}"/>
              </a:ext>
            </a:extLst>
          </p:cNvPr>
          <p:cNvSpPr>
            <a:spLocks xmlns:a="http://schemas.openxmlformats.org/drawingml/2006/main" noGrp="1"/>
          </p:cNvSpPr>
          <p:nvPr/>
        </p:nvSpPr>
        <p:spPr>
          <a:xfrm xmlns:a="http://schemas.openxmlformats.org/drawingml/2006/main">
            <a:off x="4667250" y="4457700"/>
            <a:ext cx="2857500" cy="1066800"/>
          </a:xfrm>
          <a:prstGeom xmlns:a="http://schemas.openxmlformats.org/drawingml/2006/main" prst="rect">
            <a:avLst/>
          </a:prstGeom>
          <a:solidFill xmlns:a="http://schemas.openxmlformats.org/drawingml/2006/main">
            <a:srgbClr val="EEF4FF"/>
          </a:solidFill>
          <a:ln xmlns:a="http://schemas.openxmlformats.org/drawingml/2006/main" w="0">
            <a:noFill/>
          </a:ln>
        </p:spPr>
        <p:txBody>
          <a:bodyPr xmlns:a="http://schemas.openxmlformats.org/drawingml/2006/main" lIns="133350" tIns="133350" rIns="133350" bIns="133350" anchor="ctr">
            <a:noAutofit/>
          </a:bodyPr>
          <a:lstStyle xmlns:a="http://schemas.openxmlformats.org/drawingml/2006/main">
            <a:defPPr algn="ctr">
              <a:defRPr sz="2025">
                <a:solidFill>
                  <a:srgbClr val="14213D"/>
                </a:solidFill>
                <a:latin typeface="Arial"/>
                <a:ea typeface="Arial"/>
                <a:cs typeface="Arial"/>
              </a:defRPr>
            </a:defPPr>
            <a:lvl1pPr algn="ctr">
              <a:defRPr sz="2025">
                <a:solidFill>
                  <a:srgbClr val="14213D"/>
                </a:solidFill>
                <a:latin typeface="Arial"/>
                <a:ea typeface="Arial"/>
                <a:cs typeface="Arial"/>
              </a:defRPr>
            </a:lvl1pPr>
            <a:lvl2pPr algn="ctr">
              <a:defRPr sz="2025">
                <a:solidFill>
                  <a:srgbClr val="14213D"/>
                </a:solidFill>
                <a:latin typeface="Arial"/>
                <a:ea typeface="Arial"/>
                <a:cs typeface="Arial"/>
              </a:defRPr>
            </a:lvl2pPr>
            <a:lvl3pPr algn="ctr">
              <a:defRPr sz="2025">
                <a:solidFill>
                  <a:srgbClr val="14213D"/>
                </a:solidFill>
                <a:latin typeface="Arial"/>
                <a:ea typeface="Arial"/>
                <a:cs typeface="Arial"/>
              </a:defRPr>
            </a:lvl3pPr>
            <a:lvl4pPr algn="ctr">
              <a:defRPr sz="2025">
                <a:solidFill>
                  <a:srgbClr val="14213D"/>
                </a:solidFill>
                <a:latin typeface="Arial"/>
                <a:ea typeface="Arial"/>
                <a:cs typeface="Arial"/>
              </a:defRPr>
            </a:lvl4pPr>
            <a:lvl5pPr algn="ctr">
              <a:defRPr sz="2025">
                <a:solidFill>
                  <a:srgbClr val="14213D"/>
                </a:solidFill>
                <a:latin typeface="Arial"/>
                <a:ea typeface="Arial"/>
                <a:cs typeface="Arial"/>
              </a:defRPr>
            </a:lvl5pPr>
            <a:lvl6pPr algn="ctr">
              <a:defRPr sz="2025">
                <a:solidFill>
                  <a:srgbClr val="14213D"/>
                </a:solidFill>
                <a:latin typeface="Arial"/>
                <a:ea typeface="Arial"/>
                <a:cs typeface="Arial"/>
              </a:defRPr>
            </a:lvl6pPr>
            <a:lvl7pPr algn="ctr">
              <a:defRPr sz="2025">
                <a:solidFill>
                  <a:srgbClr val="14213D"/>
                </a:solidFill>
                <a:latin typeface="Arial"/>
                <a:ea typeface="Arial"/>
                <a:cs typeface="Arial"/>
              </a:defRPr>
            </a:lvl7pPr>
            <a:lvl8pPr algn="ctr">
              <a:defRPr sz="2025">
                <a:solidFill>
                  <a:srgbClr val="14213D"/>
                </a:solidFill>
                <a:latin typeface="Arial"/>
                <a:ea typeface="Arial"/>
                <a:cs typeface="Arial"/>
              </a:defRPr>
            </a:lvl8pPr>
            <a:lvl9pPr algn="ctr">
              <a:defRPr sz="2025">
                <a:solidFill>
                  <a:srgbClr val="14213D"/>
                </a:solidFill>
                <a:latin typeface="Arial"/>
                <a:ea typeface="Arial"/>
                <a:cs typeface="Arial"/>
              </a:defRPr>
            </a:lvl9pPr>
          </a:lstStyle>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Django session</a:t>
            </a:r>
          </a:p>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Browser ownership</a:t>
            </a:r>
          </a:p>
        </p:txBody>
      </p:sp>
      <p:sp>
        <p:nvSpPr>
          <p:cNvPr id="11" name="Neon / SQLite Hosted / local">
            <a:extLst xmlns:a="http://schemas.openxmlformats.org/drawingml/2006/main">
              <a:ext uri="{FF2B5EF4-FFF2-40B4-BE49-F238E27FC236}">
                <a16:creationId xmlns:a16="http://schemas.microsoft.com/office/drawing/2014/main" id="{577E7D45-C204-46DF-849C-2049236C4E19}"/>
              </a:ext>
            </a:extLst>
          </p:cNvPr>
          <p:cNvSpPr>
            <a:spLocks xmlns:a="http://schemas.openxmlformats.org/drawingml/2006/main" noGrp="1"/>
          </p:cNvSpPr>
          <p:nvPr/>
        </p:nvSpPr>
        <p:spPr>
          <a:xfrm xmlns:a="http://schemas.openxmlformats.org/drawingml/2006/main">
            <a:off x="8648700" y="4457700"/>
            <a:ext cx="2857500" cy="1066800"/>
          </a:xfrm>
          <a:prstGeom xmlns:a="http://schemas.openxmlformats.org/drawingml/2006/main" prst="rect">
            <a:avLst/>
          </a:prstGeom>
          <a:solidFill xmlns:a="http://schemas.openxmlformats.org/drawingml/2006/main">
            <a:srgbClr val="EEF4FF"/>
          </a:solidFill>
          <a:ln xmlns:a="http://schemas.openxmlformats.org/drawingml/2006/main" w="0">
            <a:noFill/>
          </a:ln>
        </p:spPr>
        <p:txBody>
          <a:bodyPr xmlns:a="http://schemas.openxmlformats.org/drawingml/2006/main" lIns="133350" tIns="133350" rIns="133350" bIns="133350" anchor="ctr">
            <a:noAutofit/>
          </a:bodyPr>
          <a:lstStyle xmlns:a="http://schemas.openxmlformats.org/drawingml/2006/main">
            <a:defPPr algn="ctr">
              <a:defRPr sz="2025">
                <a:solidFill>
                  <a:srgbClr val="14213D"/>
                </a:solidFill>
                <a:latin typeface="Arial"/>
                <a:ea typeface="Arial"/>
                <a:cs typeface="Arial"/>
              </a:defRPr>
            </a:defPPr>
            <a:lvl1pPr algn="ctr">
              <a:defRPr sz="2025">
                <a:solidFill>
                  <a:srgbClr val="14213D"/>
                </a:solidFill>
                <a:latin typeface="Arial"/>
                <a:ea typeface="Arial"/>
                <a:cs typeface="Arial"/>
              </a:defRPr>
            </a:lvl1pPr>
            <a:lvl2pPr algn="ctr">
              <a:defRPr sz="2025">
                <a:solidFill>
                  <a:srgbClr val="14213D"/>
                </a:solidFill>
                <a:latin typeface="Arial"/>
                <a:ea typeface="Arial"/>
                <a:cs typeface="Arial"/>
              </a:defRPr>
            </a:lvl2pPr>
            <a:lvl3pPr algn="ctr">
              <a:defRPr sz="2025">
                <a:solidFill>
                  <a:srgbClr val="14213D"/>
                </a:solidFill>
                <a:latin typeface="Arial"/>
                <a:ea typeface="Arial"/>
                <a:cs typeface="Arial"/>
              </a:defRPr>
            </a:lvl3pPr>
            <a:lvl4pPr algn="ctr">
              <a:defRPr sz="2025">
                <a:solidFill>
                  <a:srgbClr val="14213D"/>
                </a:solidFill>
                <a:latin typeface="Arial"/>
                <a:ea typeface="Arial"/>
                <a:cs typeface="Arial"/>
              </a:defRPr>
            </a:lvl4pPr>
            <a:lvl5pPr algn="ctr">
              <a:defRPr sz="2025">
                <a:solidFill>
                  <a:srgbClr val="14213D"/>
                </a:solidFill>
                <a:latin typeface="Arial"/>
                <a:ea typeface="Arial"/>
                <a:cs typeface="Arial"/>
              </a:defRPr>
            </a:lvl5pPr>
            <a:lvl6pPr algn="ctr">
              <a:defRPr sz="2025">
                <a:solidFill>
                  <a:srgbClr val="14213D"/>
                </a:solidFill>
                <a:latin typeface="Arial"/>
                <a:ea typeface="Arial"/>
                <a:cs typeface="Arial"/>
              </a:defRPr>
            </a:lvl6pPr>
            <a:lvl7pPr algn="ctr">
              <a:defRPr sz="2025">
                <a:solidFill>
                  <a:srgbClr val="14213D"/>
                </a:solidFill>
                <a:latin typeface="Arial"/>
                <a:ea typeface="Arial"/>
                <a:cs typeface="Arial"/>
              </a:defRPr>
            </a:lvl7pPr>
            <a:lvl8pPr algn="ctr">
              <a:defRPr sz="2025">
                <a:solidFill>
                  <a:srgbClr val="14213D"/>
                </a:solidFill>
                <a:latin typeface="Arial"/>
                <a:ea typeface="Arial"/>
                <a:cs typeface="Arial"/>
              </a:defRPr>
            </a:lvl8pPr>
            <a:lvl9pPr algn="ctr">
              <a:defRPr sz="2025">
                <a:solidFill>
                  <a:srgbClr val="14213D"/>
                </a:solidFill>
                <a:latin typeface="Arial"/>
                <a:ea typeface="Arial"/>
                <a:cs typeface="Arial"/>
              </a:defRPr>
            </a:lvl9pPr>
          </a:lstStyle>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Neon / SQLite</a:t>
            </a:r>
          </a:p>
          <a:p xmlns:a="http://schemas.openxmlformats.org/drawingml/2006/main">
            <a:pPr algn="ctr">
              <a:defRPr sz="2025">
                <a:solidFill>
                  <a:srgbClr val="14213D"/>
                </a:solidFill>
                <a:latin typeface="Arial"/>
                <a:ea typeface="Arial"/>
                <a:cs typeface="Arial"/>
              </a:defRPr>
            </a:pPr>
            <a:r>
              <a:rPr sz="2025">
                <a:solidFill>
                  <a:srgbClr val="14213D"/>
                </a:solidFill>
                <a:latin typeface="Arial"/>
                <a:ea typeface="Arial"/>
                <a:cs typeface="Arial"/>
              </a:rPr>
              <a:t>Hosted / local</a:t>
            </a:r>
          </a:p>
        </p:txBody>
      </p:sp>
      <p:sp>
        <p:nvSpPr>
          <p:cNvPr id="14" name="architecture-detail">
            <a:extLst xmlns:a="http://schemas.openxmlformats.org/drawingml/2006/main">
              <a:ext uri="{FF2B5EF4-FFF2-40B4-BE49-F238E27FC236}">
                <a16:creationId xmlns:a16="http://schemas.microsoft.com/office/drawing/2014/main" id="{941D1586-00D2-4775-B905-0FD765BD1CF9}"/>
              </a:ext>
            </a:extLst>
          </p:cNvPr>
          <p:cNvSpPr>
            <a:spLocks xmlns:a="http://schemas.openxmlformats.org/drawingml/2006/main" noGrp="1"/>
          </p:cNvSpPr>
          <p:nvPr/>
        </p:nvSpPr>
        <p:spPr>
          <a:xfrm xmlns:a="http://schemas.openxmlformats.org/drawingml/2006/main">
            <a:off x="685800" y="58388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54647B"/>
                </a:solidFill>
                <a:latin typeface="Arial"/>
                <a:ea typeface="Arial"/>
                <a:cs typeface="Arial"/>
              </a:defRPr>
            </a:defPPr>
            <a:lvl1pPr>
              <a:defRPr sz="1800">
                <a:solidFill>
                  <a:srgbClr val="54647B"/>
                </a:solidFill>
                <a:latin typeface="Arial"/>
                <a:ea typeface="Arial"/>
                <a:cs typeface="Arial"/>
              </a:defRPr>
            </a:lvl1pPr>
            <a:lvl2pPr>
              <a:defRPr sz="1800">
                <a:solidFill>
                  <a:srgbClr val="54647B"/>
                </a:solidFill>
                <a:latin typeface="Arial"/>
                <a:ea typeface="Arial"/>
                <a:cs typeface="Arial"/>
              </a:defRPr>
            </a:lvl2pPr>
            <a:lvl3pPr>
              <a:defRPr sz="1800">
                <a:solidFill>
                  <a:srgbClr val="54647B"/>
                </a:solidFill>
                <a:latin typeface="Arial"/>
                <a:ea typeface="Arial"/>
                <a:cs typeface="Arial"/>
              </a:defRPr>
            </a:lvl3pPr>
            <a:lvl4pPr>
              <a:defRPr sz="1800">
                <a:solidFill>
                  <a:srgbClr val="54647B"/>
                </a:solidFill>
                <a:latin typeface="Arial"/>
                <a:ea typeface="Arial"/>
                <a:cs typeface="Arial"/>
              </a:defRPr>
            </a:lvl4pPr>
            <a:lvl5pPr>
              <a:defRPr sz="1800">
                <a:solidFill>
                  <a:srgbClr val="54647B"/>
                </a:solidFill>
                <a:latin typeface="Arial"/>
                <a:ea typeface="Arial"/>
                <a:cs typeface="Arial"/>
              </a:defRPr>
            </a:lvl5pPr>
            <a:lvl6pPr>
              <a:defRPr sz="1800">
                <a:solidFill>
                  <a:srgbClr val="54647B"/>
                </a:solidFill>
                <a:latin typeface="Arial"/>
                <a:ea typeface="Arial"/>
                <a:cs typeface="Arial"/>
              </a:defRPr>
            </a:lvl6pPr>
            <a:lvl7pPr>
              <a:defRPr sz="1800">
                <a:solidFill>
                  <a:srgbClr val="54647B"/>
                </a:solidFill>
                <a:latin typeface="Arial"/>
                <a:ea typeface="Arial"/>
                <a:cs typeface="Arial"/>
              </a:defRPr>
            </a:lvl7pPr>
            <a:lvl8pPr>
              <a:defRPr sz="1800">
                <a:solidFill>
                  <a:srgbClr val="54647B"/>
                </a:solidFill>
                <a:latin typeface="Arial"/>
                <a:ea typeface="Arial"/>
                <a:cs typeface="Arial"/>
              </a:defRPr>
            </a:lvl8pPr>
            <a:lvl9pPr>
              <a:defRPr sz="1800">
                <a:solidFill>
                  <a:srgbClr val="54647B"/>
                </a:solidFill>
                <a:latin typeface="Arial"/>
                <a:ea typeface="Arial"/>
                <a:cs typeface="Arial"/>
              </a:defRPr>
            </a:lvl9pPr>
          </a:lstStyle>
          <a:p xmlns:a="http://schemas.openxmlformats.org/drawingml/2006/main">
            <a:pPr>
              <a:defRPr sz="1800">
                <a:solidFill>
                  <a:srgbClr val="54647B"/>
                </a:solidFill>
                <a:latin typeface="Arial"/>
                <a:ea typeface="Arial"/>
                <a:cs typeface="Arial"/>
              </a:defRPr>
            </a:pPr>
            <a:r>
              <a:rPr sz="1800">
                <a:solidFill>
                  <a:srgbClr val="54647B"/>
                </a:solidFill>
                <a:latin typeface="Arial"/>
                <a:ea typeface="Arial"/>
                <a:cs typeface="Arial"/>
              </a:rPr>
              <a:t>Hosted in Singapore with Neon PostgreSQL and TLS. Local development retains SQLite.</a:t>
            </a:r>
          </a:p>
        </p:txBody>
      </p:sp>
    </p:spTree>
    <p:extLst>
      <p:ext uri="{BB962C8B-B14F-4D97-AF65-F5344CB8AC3E}">
        <p14:creationId xmlns:p14="http://schemas.microsoft.com/office/powerpoint/2010/main" val="30840493"/>
      </p:ext>
    </p:extLst>
  </p:cSld>
</p:sld>
</file>

<file path=ppt/slides/slide4.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10" name="accent">
            <a:extLst xmlns:a="http://schemas.openxmlformats.org/drawingml/2006/main">
              <a:ext uri="{FF2B5EF4-FFF2-40B4-BE49-F238E27FC236}">
                <a16:creationId xmlns:a16="http://schemas.microsoft.com/office/drawing/2014/main" id="{83116783-D5F1-4F7E-BA98-92CD5D9DB84D}"/>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03F6CB3F-FBE9-437E-B2DC-847D6F0A608F}"/>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Sample mode and live AI are explicit</a:t>
            </a:r>
          </a:p>
        </p:txBody>
      </p:sp>
      <p:sp>
        <p:nvSpPr>
          <p:cNvPr id="3" name="number">
            <a:extLst xmlns:a="http://schemas.openxmlformats.org/drawingml/2006/main">
              <a:ext uri="{FF2B5EF4-FFF2-40B4-BE49-F238E27FC236}">
                <a16:creationId xmlns:a16="http://schemas.microsoft.com/office/drawing/2014/main" id="{1AFFD1EC-4FBA-49CA-B5F6-4E34FC6E1E4E}"/>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04</a:t>
            </a:r>
          </a:p>
        </p:txBody>
      </p:sp>
      <p:sp>
        <p:nvSpPr>
          <p:cNvPr id="4" name="sample-heading">
            <a:extLst xmlns:a="http://schemas.openxmlformats.org/drawingml/2006/main">
              <a:ext uri="{FF2B5EF4-FFF2-40B4-BE49-F238E27FC236}">
                <a16:creationId xmlns:a16="http://schemas.microsoft.com/office/drawing/2014/main" id="{508D5A57-9086-4106-9E46-01F7B4A1EEAB}"/>
              </a:ext>
            </a:extLst>
          </p:cNvPr>
          <p:cNvSpPr>
            <a:spLocks xmlns:a="http://schemas.openxmlformats.org/drawingml/2006/main" noGrp="1"/>
          </p:cNvSpPr>
          <p:nvPr/>
        </p:nvSpPr>
        <p:spPr>
          <a:xfrm xmlns:a="http://schemas.openxmlformats.org/drawingml/2006/main">
            <a:off x="685800" y="1581150"/>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3E78FF"/>
                </a:solidFill>
                <a:latin typeface="Arial"/>
                <a:ea typeface="Arial"/>
                <a:cs typeface="Arial"/>
              </a:defRPr>
            </a:defPPr>
            <a:lvl1pPr>
              <a:defRPr sz="2475" b="1">
                <a:solidFill>
                  <a:srgbClr val="3E78FF"/>
                </a:solidFill>
                <a:latin typeface="Arial"/>
                <a:ea typeface="Arial"/>
                <a:cs typeface="Arial"/>
              </a:defRPr>
            </a:lvl1pPr>
            <a:lvl2pPr>
              <a:defRPr sz="2475" b="1">
                <a:solidFill>
                  <a:srgbClr val="3E78FF"/>
                </a:solidFill>
                <a:latin typeface="Arial"/>
                <a:ea typeface="Arial"/>
                <a:cs typeface="Arial"/>
              </a:defRPr>
            </a:lvl2pPr>
            <a:lvl3pPr>
              <a:defRPr sz="2475" b="1">
                <a:solidFill>
                  <a:srgbClr val="3E78FF"/>
                </a:solidFill>
                <a:latin typeface="Arial"/>
                <a:ea typeface="Arial"/>
                <a:cs typeface="Arial"/>
              </a:defRPr>
            </a:lvl3pPr>
            <a:lvl4pPr>
              <a:defRPr sz="2475" b="1">
                <a:solidFill>
                  <a:srgbClr val="3E78FF"/>
                </a:solidFill>
                <a:latin typeface="Arial"/>
                <a:ea typeface="Arial"/>
                <a:cs typeface="Arial"/>
              </a:defRPr>
            </a:lvl4pPr>
            <a:lvl5pPr>
              <a:defRPr sz="2475" b="1">
                <a:solidFill>
                  <a:srgbClr val="3E78FF"/>
                </a:solidFill>
                <a:latin typeface="Arial"/>
                <a:ea typeface="Arial"/>
                <a:cs typeface="Arial"/>
              </a:defRPr>
            </a:lvl5pPr>
            <a:lvl6pPr>
              <a:defRPr sz="2475" b="1">
                <a:solidFill>
                  <a:srgbClr val="3E78FF"/>
                </a:solidFill>
                <a:latin typeface="Arial"/>
                <a:ea typeface="Arial"/>
                <a:cs typeface="Arial"/>
              </a:defRPr>
            </a:lvl6pPr>
            <a:lvl7pPr>
              <a:defRPr sz="2475" b="1">
                <a:solidFill>
                  <a:srgbClr val="3E78FF"/>
                </a:solidFill>
                <a:latin typeface="Arial"/>
                <a:ea typeface="Arial"/>
                <a:cs typeface="Arial"/>
              </a:defRPr>
            </a:lvl7pPr>
            <a:lvl8pPr>
              <a:defRPr sz="2475" b="1">
                <a:solidFill>
                  <a:srgbClr val="3E78FF"/>
                </a:solidFill>
                <a:latin typeface="Arial"/>
                <a:ea typeface="Arial"/>
                <a:cs typeface="Arial"/>
              </a:defRPr>
            </a:lvl8pPr>
            <a:lvl9pPr>
              <a:defRPr sz="2475" b="1">
                <a:solidFill>
                  <a:srgbClr val="3E78FF"/>
                </a:solidFill>
                <a:latin typeface="Arial"/>
                <a:ea typeface="Arial"/>
                <a:cs typeface="Arial"/>
              </a:defRPr>
            </a:lvl9pPr>
          </a:lstStyle>
          <a:p xmlns:a="http://schemas.openxmlformats.org/drawingml/2006/main">
            <a:pPr>
              <a:defRPr sz="2475" b="1">
                <a:solidFill>
                  <a:srgbClr val="3E78FF"/>
                </a:solidFill>
                <a:latin typeface="Arial"/>
                <a:ea typeface="Arial"/>
                <a:cs typeface="Arial"/>
              </a:defRPr>
            </a:pPr>
            <a:r>
              <a:rPr sz="2475" b="1">
                <a:solidFill>
                  <a:srgbClr val="3E78FF"/>
                </a:solidFill>
                <a:latin typeface="Arial"/>
                <a:ea typeface="Arial"/>
                <a:cs typeface="Arial"/>
              </a:rPr>
              <a:t>Default sample mode</a:t>
            </a:r>
          </a:p>
        </p:txBody>
      </p:sp>
      <p:sp>
        <p:nvSpPr>
          <p:cNvPr id="5" name="sample-body">
            <a:extLst xmlns:a="http://schemas.openxmlformats.org/drawingml/2006/main">
              <a:ext uri="{FF2B5EF4-FFF2-40B4-BE49-F238E27FC236}">
                <a16:creationId xmlns:a16="http://schemas.microsoft.com/office/drawing/2014/main" id="{31BE3D73-A806-4459-850A-E39D8B0A6267}"/>
              </a:ext>
            </a:extLst>
          </p:cNvPr>
          <p:cNvSpPr>
            <a:spLocks xmlns:a="http://schemas.openxmlformats.org/drawingml/2006/main" noGrp="1"/>
          </p:cNvSpPr>
          <p:nvPr/>
        </p:nvSpPr>
        <p:spPr>
          <a:xfrm xmlns:a="http://schemas.openxmlformats.org/drawingml/2006/main">
            <a:off x="685800" y="2371725"/>
            <a:ext cx="4762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4213D"/>
                </a:solidFill>
                <a:latin typeface="Arial"/>
                <a:ea typeface="Arial"/>
                <a:cs typeface="Arial"/>
              </a:defRPr>
            </a:defPPr>
            <a:lvl1pPr>
              <a:defRPr sz="2100">
                <a:solidFill>
                  <a:srgbClr val="14213D"/>
                </a:solidFill>
                <a:latin typeface="Arial"/>
                <a:ea typeface="Arial"/>
                <a:cs typeface="Arial"/>
              </a:defRPr>
            </a:lvl1pPr>
            <a:lvl2pPr>
              <a:defRPr sz="2100">
                <a:solidFill>
                  <a:srgbClr val="14213D"/>
                </a:solidFill>
                <a:latin typeface="Arial"/>
                <a:ea typeface="Arial"/>
                <a:cs typeface="Arial"/>
              </a:defRPr>
            </a:lvl2pPr>
            <a:lvl3pPr>
              <a:defRPr sz="2100">
                <a:solidFill>
                  <a:srgbClr val="14213D"/>
                </a:solidFill>
                <a:latin typeface="Arial"/>
                <a:ea typeface="Arial"/>
                <a:cs typeface="Arial"/>
              </a:defRPr>
            </a:lvl3pPr>
            <a:lvl4pPr>
              <a:defRPr sz="2100">
                <a:solidFill>
                  <a:srgbClr val="14213D"/>
                </a:solidFill>
                <a:latin typeface="Arial"/>
                <a:ea typeface="Arial"/>
                <a:cs typeface="Arial"/>
              </a:defRPr>
            </a:lvl4pPr>
            <a:lvl5pPr>
              <a:defRPr sz="2100">
                <a:solidFill>
                  <a:srgbClr val="14213D"/>
                </a:solidFill>
                <a:latin typeface="Arial"/>
                <a:ea typeface="Arial"/>
                <a:cs typeface="Arial"/>
              </a:defRPr>
            </a:lvl5pPr>
            <a:lvl6pPr>
              <a:defRPr sz="2100">
                <a:solidFill>
                  <a:srgbClr val="14213D"/>
                </a:solidFill>
                <a:latin typeface="Arial"/>
                <a:ea typeface="Arial"/>
                <a:cs typeface="Arial"/>
              </a:defRPr>
            </a:lvl6pPr>
            <a:lvl7pPr>
              <a:defRPr sz="2100">
                <a:solidFill>
                  <a:srgbClr val="14213D"/>
                </a:solidFill>
                <a:latin typeface="Arial"/>
                <a:ea typeface="Arial"/>
                <a:cs typeface="Arial"/>
              </a:defRPr>
            </a:lvl7pPr>
            <a:lvl8pPr>
              <a:defRPr sz="2100">
                <a:solidFill>
                  <a:srgbClr val="14213D"/>
                </a:solidFill>
                <a:latin typeface="Arial"/>
                <a:ea typeface="Arial"/>
                <a:cs typeface="Arial"/>
              </a:defRPr>
            </a:lvl8pPr>
            <a:lvl9pPr>
              <a:defRPr sz="2100">
                <a:solidFill>
                  <a:srgbClr val="14213D"/>
                </a:solidFill>
                <a:latin typeface="Arial"/>
                <a:ea typeface="Arial"/>
                <a:cs typeface="Arial"/>
              </a:defRPr>
            </a:lvl9pPr>
          </a:lstStyle>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Works without an API key.</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Returns disclosed sample content.</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Also checks Python syntax locally.</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No model inference runs.</a:t>
            </a:r>
          </a:p>
        </p:txBody>
      </p:sp>
      <p:sp>
        <p:nvSpPr>
          <p:cNvPr id="6" name="live-heading">
            <a:extLst xmlns:a="http://schemas.openxmlformats.org/drawingml/2006/main">
              <a:ext uri="{FF2B5EF4-FFF2-40B4-BE49-F238E27FC236}">
                <a16:creationId xmlns:a16="http://schemas.microsoft.com/office/drawing/2014/main" id="{C40BA3DF-52FC-4416-85AF-17722A43930E}"/>
              </a:ext>
            </a:extLst>
          </p:cNvPr>
          <p:cNvSpPr>
            <a:spLocks xmlns:a="http://schemas.openxmlformats.org/drawingml/2006/main" noGrp="1"/>
          </p:cNvSpPr>
          <p:nvPr/>
        </p:nvSpPr>
        <p:spPr>
          <a:xfrm xmlns:a="http://schemas.openxmlformats.org/drawingml/2006/main">
            <a:off x="6648450" y="1581150"/>
            <a:ext cx="4857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3E78FF"/>
                </a:solidFill>
                <a:latin typeface="Arial"/>
                <a:ea typeface="Arial"/>
                <a:cs typeface="Arial"/>
              </a:defRPr>
            </a:defPPr>
            <a:lvl1pPr>
              <a:defRPr sz="2475" b="1">
                <a:solidFill>
                  <a:srgbClr val="3E78FF"/>
                </a:solidFill>
                <a:latin typeface="Arial"/>
                <a:ea typeface="Arial"/>
                <a:cs typeface="Arial"/>
              </a:defRPr>
            </a:lvl1pPr>
            <a:lvl2pPr>
              <a:defRPr sz="2475" b="1">
                <a:solidFill>
                  <a:srgbClr val="3E78FF"/>
                </a:solidFill>
                <a:latin typeface="Arial"/>
                <a:ea typeface="Arial"/>
                <a:cs typeface="Arial"/>
              </a:defRPr>
            </a:lvl2pPr>
            <a:lvl3pPr>
              <a:defRPr sz="2475" b="1">
                <a:solidFill>
                  <a:srgbClr val="3E78FF"/>
                </a:solidFill>
                <a:latin typeface="Arial"/>
                <a:ea typeface="Arial"/>
                <a:cs typeface="Arial"/>
              </a:defRPr>
            </a:lvl3pPr>
            <a:lvl4pPr>
              <a:defRPr sz="2475" b="1">
                <a:solidFill>
                  <a:srgbClr val="3E78FF"/>
                </a:solidFill>
                <a:latin typeface="Arial"/>
                <a:ea typeface="Arial"/>
                <a:cs typeface="Arial"/>
              </a:defRPr>
            </a:lvl4pPr>
            <a:lvl5pPr>
              <a:defRPr sz="2475" b="1">
                <a:solidFill>
                  <a:srgbClr val="3E78FF"/>
                </a:solidFill>
                <a:latin typeface="Arial"/>
                <a:ea typeface="Arial"/>
                <a:cs typeface="Arial"/>
              </a:defRPr>
            </a:lvl5pPr>
            <a:lvl6pPr>
              <a:defRPr sz="2475" b="1">
                <a:solidFill>
                  <a:srgbClr val="3E78FF"/>
                </a:solidFill>
                <a:latin typeface="Arial"/>
                <a:ea typeface="Arial"/>
                <a:cs typeface="Arial"/>
              </a:defRPr>
            </a:lvl6pPr>
            <a:lvl7pPr>
              <a:defRPr sz="2475" b="1">
                <a:solidFill>
                  <a:srgbClr val="3E78FF"/>
                </a:solidFill>
                <a:latin typeface="Arial"/>
                <a:ea typeface="Arial"/>
                <a:cs typeface="Arial"/>
              </a:defRPr>
            </a:lvl7pPr>
            <a:lvl8pPr>
              <a:defRPr sz="2475" b="1">
                <a:solidFill>
                  <a:srgbClr val="3E78FF"/>
                </a:solidFill>
                <a:latin typeface="Arial"/>
                <a:ea typeface="Arial"/>
                <a:cs typeface="Arial"/>
              </a:defRPr>
            </a:lvl8pPr>
            <a:lvl9pPr>
              <a:defRPr sz="2475" b="1">
                <a:solidFill>
                  <a:srgbClr val="3E78FF"/>
                </a:solidFill>
                <a:latin typeface="Arial"/>
                <a:ea typeface="Arial"/>
                <a:cs typeface="Arial"/>
              </a:defRPr>
            </a:lvl9pPr>
          </a:lstStyle>
          <a:p xmlns:a="http://schemas.openxmlformats.org/drawingml/2006/main">
            <a:pPr>
              <a:defRPr sz="2475" b="1">
                <a:solidFill>
                  <a:srgbClr val="3E78FF"/>
                </a:solidFill>
                <a:latin typeface="Arial"/>
                <a:ea typeface="Arial"/>
                <a:cs typeface="Arial"/>
              </a:defRPr>
            </a:pPr>
            <a:r>
              <a:rPr sz="2475" b="1">
                <a:solidFill>
                  <a:srgbClr val="3E78FF"/>
                </a:solidFill>
                <a:latin typeface="Arial"/>
                <a:ea typeface="Arial"/>
                <a:cs typeface="Arial"/>
              </a:rPr>
              <a:t>Optional live Gemini</a:t>
            </a:r>
          </a:p>
        </p:txBody>
      </p:sp>
      <p:sp>
        <p:nvSpPr>
          <p:cNvPr id="7" name="live-body">
            <a:extLst xmlns:a="http://schemas.openxmlformats.org/drawingml/2006/main">
              <a:ext uri="{FF2B5EF4-FFF2-40B4-BE49-F238E27FC236}">
                <a16:creationId xmlns:a16="http://schemas.microsoft.com/office/drawing/2014/main" id="{D9E886AF-A0DF-492C-B65C-BB7513BE78B0}"/>
              </a:ext>
            </a:extLst>
          </p:cNvPr>
          <p:cNvSpPr>
            <a:spLocks xmlns:a="http://schemas.openxmlformats.org/drawingml/2006/main" noGrp="1"/>
          </p:cNvSpPr>
          <p:nvPr/>
        </p:nvSpPr>
        <p:spPr>
          <a:xfrm xmlns:a="http://schemas.openxmlformats.org/drawingml/2006/main">
            <a:off x="6648450" y="2371725"/>
            <a:ext cx="4857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4213D"/>
                </a:solidFill>
                <a:latin typeface="Arial"/>
                <a:ea typeface="Arial"/>
                <a:cs typeface="Arial"/>
              </a:defRPr>
            </a:defPPr>
            <a:lvl1pPr>
              <a:defRPr sz="2100">
                <a:solidFill>
                  <a:srgbClr val="14213D"/>
                </a:solidFill>
                <a:latin typeface="Arial"/>
                <a:ea typeface="Arial"/>
                <a:cs typeface="Arial"/>
              </a:defRPr>
            </a:lvl1pPr>
            <a:lvl2pPr>
              <a:defRPr sz="2100">
                <a:solidFill>
                  <a:srgbClr val="14213D"/>
                </a:solidFill>
                <a:latin typeface="Arial"/>
                <a:ea typeface="Arial"/>
                <a:cs typeface="Arial"/>
              </a:defRPr>
            </a:lvl2pPr>
            <a:lvl3pPr>
              <a:defRPr sz="2100">
                <a:solidFill>
                  <a:srgbClr val="14213D"/>
                </a:solidFill>
                <a:latin typeface="Arial"/>
                <a:ea typeface="Arial"/>
                <a:cs typeface="Arial"/>
              </a:defRPr>
            </a:lvl3pPr>
            <a:lvl4pPr>
              <a:defRPr sz="2100">
                <a:solidFill>
                  <a:srgbClr val="14213D"/>
                </a:solidFill>
                <a:latin typeface="Arial"/>
                <a:ea typeface="Arial"/>
                <a:cs typeface="Arial"/>
              </a:defRPr>
            </a:lvl4pPr>
            <a:lvl5pPr>
              <a:defRPr sz="2100">
                <a:solidFill>
                  <a:srgbClr val="14213D"/>
                </a:solidFill>
                <a:latin typeface="Arial"/>
                <a:ea typeface="Arial"/>
                <a:cs typeface="Arial"/>
              </a:defRPr>
            </a:lvl5pPr>
            <a:lvl6pPr>
              <a:defRPr sz="2100">
                <a:solidFill>
                  <a:srgbClr val="14213D"/>
                </a:solidFill>
                <a:latin typeface="Arial"/>
                <a:ea typeface="Arial"/>
                <a:cs typeface="Arial"/>
              </a:defRPr>
            </a:lvl6pPr>
            <a:lvl7pPr>
              <a:defRPr sz="2100">
                <a:solidFill>
                  <a:srgbClr val="14213D"/>
                </a:solidFill>
                <a:latin typeface="Arial"/>
                <a:ea typeface="Arial"/>
                <a:cs typeface="Arial"/>
              </a:defRPr>
            </a:lvl7pPr>
            <a:lvl8pPr>
              <a:defRPr sz="2100">
                <a:solidFill>
                  <a:srgbClr val="14213D"/>
                </a:solidFill>
                <a:latin typeface="Arial"/>
                <a:ea typeface="Arial"/>
                <a:cs typeface="Arial"/>
              </a:defRPr>
            </a:lvl8pPr>
            <a:lvl9pPr>
              <a:defRPr sz="2100">
                <a:solidFill>
                  <a:srgbClr val="14213D"/>
                </a:solidFill>
                <a:latin typeface="Arial"/>
                <a:ea typeface="Arial"/>
                <a:cs typeface="Arial"/>
              </a:defRPr>
            </a:lvl9pPr>
          </a:lstStyle>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Uses the google-genai client.</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Requires a server-side API key.</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The model is configurable.</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Responses depend on the provider.</a:t>
            </a:r>
          </a:p>
        </p:txBody>
      </p:sp>
      <p:sp>
        <p:nvSpPr>
          <p:cNvPr id="8" name="mode-rule">
            <a:extLst xmlns:a="http://schemas.openxmlformats.org/drawingml/2006/main">
              <a:ext uri="{FF2B5EF4-FFF2-40B4-BE49-F238E27FC236}">
                <a16:creationId xmlns:a16="http://schemas.microsoft.com/office/drawing/2014/main" id="{9D47CCFD-5CA6-40F2-BD11-8562A6E462A2}"/>
              </a:ext>
            </a:extLst>
          </p:cNvPr>
          <p:cNvSpPr>
            <a:spLocks xmlns:a="http://schemas.openxmlformats.org/drawingml/2006/main" noGrp="1"/>
          </p:cNvSpPr>
          <p:nvPr/>
        </p:nvSpPr>
        <p:spPr>
          <a:xfrm xmlns:a="http://schemas.openxmlformats.org/drawingml/2006/main">
            <a:off x="6057900" y="1552575"/>
            <a:ext cx="19050" cy="3895725"/>
          </a:xfrm>
          <a:prstGeom xmlns:a="http://schemas.openxmlformats.org/drawingml/2006/main" prst="rect">
            <a:avLst/>
          </a:prstGeom>
          <a:solidFill xmlns:a="http://schemas.openxmlformats.org/drawingml/2006/main">
            <a:srgbClr val="CBD7EA"/>
          </a:solidFill>
          <a:ln xmlns:a="http://schemas.openxmlformats.org/drawingml/2006/main" w="0">
            <a:noFill/>
          </a:ln>
        </p:spPr>
      </p:sp>
      <p:sp>
        <p:nvSpPr>
          <p:cNvPr id="9" name="mode-risk">
            <a:extLst xmlns:a="http://schemas.openxmlformats.org/drawingml/2006/main">
              <a:ext uri="{FF2B5EF4-FFF2-40B4-BE49-F238E27FC236}">
                <a16:creationId xmlns:a16="http://schemas.microsoft.com/office/drawing/2014/main" id="{4AA81AAA-97E1-45D3-8D0B-39B53F089077}"/>
              </a:ext>
            </a:extLst>
          </p:cNvPr>
          <p:cNvSpPr>
            <a:spLocks xmlns:a="http://schemas.openxmlformats.org/drawingml/2006/main" noGrp="1"/>
          </p:cNvSpPr>
          <p:nvPr/>
        </p:nvSpPr>
        <p:spPr>
          <a:xfrm xmlns:a="http://schemas.openxmlformats.org/drawingml/2006/main">
            <a:off x="685800" y="58007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54647B"/>
                </a:solidFill>
                <a:latin typeface="Arial"/>
                <a:ea typeface="Arial"/>
                <a:cs typeface="Arial"/>
              </a:defRPr>
            </a:defPPr>
            <a:lvl1pPr>
              <a:defRPr sz="1875">
                <a:solidFill>
                  <a:srgbClr val="54647B"/>
                </a:solidFill>
                <a:latin typeface="Arial"/>
                <a:ea typeface="Arial"/>
                <a:cs typeface="Arial"/>
              </a:defRPr>
            </a:lvl1pPr>
            <a:lvl2pPr>
              <a:defRPr sz="1875">
                <a:solidFill>
                  <a:srgbClr val="54647B"/>
                </a:solidFill>
                <a:latin typeface="Arial"/>
                <a:ea typeface="Arial"/>
                <a:cs typeface="Arial"/>
              </a:defRPr>
            </a:lvl2pPr>
            <a:lvl3pPr>
              <a:defRPr sz="1875">
                <a:solidFill>
                  <a:srgbClr val="54647B"/>
                </a:solidFill>
                <a:latin typeface="Arial"/>
                <a:ea typeface="Arial"/>
                <a:cs typeface="Arial"/>
              </a:defRPr>
            </a:lvl3pPr>
            <a:lvl4pPr>
              <a:defRPr sz="1875">
                <a:solidFill>
                  <a:srgbClr val="54647B"/>
                </a:solidFill>
                <a:latin typeface="Arial"/>
                <a:ea typeface="Arial"/>
                <a:cs typeface="Arial"/>
              </a:defRPr>
            </a:lvl4pPr>
            <a:lvl5pPr>
              <a:defRPr sz="1875">
                <a:solidFill>
                  <a:srgbClr val="54647B"/>
                </a:solidFill>
                <a:latin typeface="Arial"/>
                <a:ea typeface="Arial"/>
                <a:cs typeface="Arial"/>
              </a:defRPr>
            </a:lvl5pPr>
            <a:lvl6pPr>
              <a:defRPr sz="1875">
                <a:solidFill>
                  <a:srgbClr val="54647B"/>
                </a:solidFill>
                <a:latin typeface="Arial"/>
                <a:ea typeface="Arial"/>
                <a:cs typeface="Arial"/>
              </a:defRPr>
            </a:lvl6pPr>
            <a:lvl7pPr>
              <a:defRPr sz="1875">
                <a:solidFill>
                  <a:srgbClr val="54647B"/>
                </a:solidFill>
                <a:latin typeface="Arial"/>
                <a:ea typeface="Arial"/>
                <a:cs typeface="Arial"/>
              </a:defRPr>
            </a:lvl7pPr>
            <a:lvl8pPr>
              <a:defRPr sz="1875">
                <a:solidFill>
                  <a:srgbClr val="54647B"/>
                </a:solidFill>
                <a:latin typeface="Arial"/>
                <a:ea typeface="Arial"/>
                <a:cs typeface="Arial"/>
              </a:defRPr>
            </a:lvl8pPr>
            <a:lvl9pPr>
              <a:defRPr sz="1875">
                <a:solidFill>
                  <a:srgbClr val="54647B"/>
                </a:solidFill>
                <a:latin typeface="Arial"/>
                <a:ea typeface="Arial"/>
                <a:cs typeface="Arial"/>
              </a:defRPr>
            </a:lvl9pPr>
          </a:lstStyle>
          <a:p xmlns:a="http://schemas.openxmlformats.org/drawingml/2006/main">
            <a:pPr>
              <a:defRPr sz="1875">
                <a:solidFill>
                  <a:srgbClr val="54647B"/>
                </a:solidFill>
                <a:latin typeface="Arial"/>
                <a:ea typeface="Arial"/>
                <a:cs typeface="Arial"/>
              </a:defRPr>
            </a:pPr>
            <a:r>
              <a:rPr sz="1875">
                <a:solidFill>
                  <a:srgbClr val="54647B"/>
                </a:solidFill>
                <a:latin typeface="Arial"/>
                <a:ea typeface="Arial"/>
                <a:cs typeface="Arial"/>
              </a:rPr>
              <a:t>Assistant output needs review. A working sample does not establish live model quality.</a:t>
            </a:r>
          </a:p>
        </p:txBody>
      </p:sp>
    </p:spTree>
    <p:extLst>
      <p:ext uri="{BB962C8B-B14F-4D97-AF65-F5344CB8AC3E}">
        <p14:creationId xmlns:p14="http://schemas.microsoft.com/office/powerpoint/2010/main" val="2088964637"/>
      </p:ext>
    </p:extLst>
  </p:cSld>
</p:sld>
</file>

<file path=ppt/slides/slide5.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7" name="accent">
            <a:extLst xmlns:a="http://schemas.openxmlformats.org/drawingml/2006/main">
              <a:ext uri="{FF2B5EF4-FFF2-40B4-BE49-F238E27FC236}">
                <a16:creationId xmlns:a16="http://schemas.microsoft.com/office/drawing/2014/main" id="{B883D866-15B2-42B4-BCB8-543BA5CC5BAF}"/>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0DD72134-200D-4AB4-B2B2-76F85F96F76A}"/>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The dashboard makes each tool discoverable</a:t>
            </a:r>
          </a:p>
        </p:txBody>
      </p:sp>
      <p:sp>
        <p:nvSpPr>
          <p:cNvPr id="3" name="number">
            <a:extLst xmlns:a="http://schemas.openxmlformats.org/drawingml/2006/main">
              <a:ext uri="{FF2B5EF4-FFF2-40B4-BE49-F238E27FC236}">
                <a16:creationId xmlns:a16="http://schemas.microsoft.com/office/drawing/2014/main" id="{97D0785D-6636-4A20-B9A2-FE1E2E948F29}"/>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E0E4902D-876D-475D-92CD-F57E056B8C0F}"/>
              </a:ext>
            </a:extLst>
          </p:cNvPr>
          <p:cNvPicPr>
            <a:picLocks xmlns:a="http://schemas.openxmlformats.org/drawingml/2006/main" noChangeAspect="1"/>
          </p:cNvPicPr>
          <p:nvPr/>
        </p:nvPicPr>
        <p:blipFill>
          <a:blip xmlns:r="http://schemas.openxmlformats.org/officeDocument/2006/relationships" xmlns:a="http://schemas.openxmlformats.org/drawingml/2006/main" r:embed="Rcd70b92b03fb49d5"/>
          <a:stretch xmlns:a="http://schemas.openxmlformats.org/drawingml/2006/main"/>
        </p:blipFill>
        <p:spPr>
          <a:xfrm xmlns:a="http://schemas.openxmlformats.org/drawingml/2006/main">
            <a:off x="1452750" y="1428750"/>
            <a:ext cx="6048000" cy="4267200"/>
          </a:xfrm>
          <a:prstGeom xmlns:a="http://schemas.openxmlformats.org/drawingml/2006/main" prst="rect">
            <a:avLst/>
          </a:prstGeom>
        </p:spPr>
      </p:pic>
      <p:sp>
        <p:nvSpPr>
          <p:cNvPr id="5" name="dashboard-caption-title">
            <a:extLst xmlns:a="http://schemas.openxmlformats.org/drawingml/2006/main">
              <a:ext uri="{FF2B5EF4-FFF2-40B4-BE49-F238E27FC236}">
                <a16:creationId xmlns:a16="http://schemas.microsoft.com/office/drawing/2014/main" id="{46E2BADE-A16B-48A7-A665-7EEFF1E8C73E}"/>
              </a:ext>
            </a:extLst>
          </p:cNvPr>
          <p:cNvSpPr>
            <a:spLocks xmlns:a="http://schemas.openxmlformats.org/drawingml/2006/main" noGrp="1"/>
          </p:cNvSpPr>
          <p:nvPr/>
        </p:nvSpPr>
        <p:spPr>
          <a:xfrm xmlns:a="http://schemas.openxmlformats.org/drawingml/2006/main">
            <a:off x="8686800" y="1676400"/>
            <a:ext cx="2819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E78FF"/>
                </a:solidFill>
                <a:latin typeface="Arial"/>
                <a:ea typeface="Arial"/>
                <a:cs typeface="Arial"/>
              </a:defRPr>
            </a:defPPr>
            <a:lvl1pPr>
              <a:defRPr sz="2325" b="1">
                <a:solidFill>
                  <a:srgbClr val="3E78FF"/>
                </a:solidFill>
                <a:latin typeface="Arial"/>
                <a:ea typeface="Arial"/>
                <a:cs typeface="Arial"/>
              </a:defRPr>
            </a:lvl1pPr>
            <a:lvl2pPr>
              <a:defRPr sz="2325" b="1">
                <a:solidFill>
                  <a:srgbClr val="3E78FF"/>
                </a:solidFill>
                <a:latin typeface="Arial"/>
                <a:ea typeface="Arial"/>
                <a:cs typeface="Arial"/>
              </a:defRPr>
            </a:lvl2pPr>
            <a:lvl3pPr>
              <a:defRPr sz="2325" b="1">
                <a:solidFill>
                  <a:srgbClr val="3E78FF"/>
                </a:solidFill>
                <a:latin typeface="Arial"/>
                <a:ea typeface="Arial"/>
                <a:cs typeface="Arial"/>
              </a:defRPr>
            </a:lvl3pPr>
            <a:lvl4pPr>
              <a:defRPr sz="2325" b="1">
                <a:solidFill>
                  <a:srgbClr val="3E78FF"/>
                </a:solidFill>
                <a:latin typeface="Arial"/>
                <a:ea typeface="Arial"/>
                <a:cs typeface="Arial"/>
              </a:defRPr>
            </a:lvl4pPr>
            <a:lvl5pPr>
              <a:defRPr sz="2325" b="1">
                <a:solidFill>
                  <a:srgbClr val="3E78FF"/>
                </a:solidFill>
                <a:latin typeface="Arial"/>
                <a:ea typeface="Arial"/>
                <a:cs typeface="Arial"/>
              </a:defRPr>
            </a:lvl5pPr>
            <a:lvl6pPr>
              <a:defRPr sz="2325" b="1">
                <a:solidFill>
                  <a:srgbClr val="3E78FF"/>
                </a:solidFill>
                <a:latin typeface="Arial"/>
                <a:ea typeface="Arial"/>
                <a:cs typeface="Arial"/>
              </a:defRPr>
            </a:lvl6pPr>
            <a:lvl7pPr>
              <a:defRPr sz="2325" b="1">
                <a:solidFill>
                  <a:srgbClr val="3E78FF"/>
                </a:solidFill>
                <a:latin typeface="Arial"/>
                <a:ea typeface="Arial"/>
                <a:cs typeface="Arial"/>
              </a:defRPr>
            </a:lvl7pPr>
            <a:lvl8pPr>
              <a:defRPr sz="2325" b="1">
                <a:solidFill>
                  <a:srgbClr val="3E78FF"/>
                </a:solidFill>
                <a:latin typeface="Arial"/>
                <a:ea typeface="Arial"/>
                <a:cs typeface="Arial"/>
              </a:defRPr>
            </a:lvl8pPr>
            <a:lvl9pPr>
              <a:defRPr sz="2325" b="1">
                <a:solidFill>
                  <a:srgbClr val="3E78FF"/>
                </a:solidFill>
                <a:latin typeface="Arial"/>
                <a:ea typeface="Arial"/>
                <a:cs typeface="Arial"/>
              </a:defRPr>
            </a:lvl9pPr>
          </a:lstStyle>
          <a:p xmlns:a="http://schemas.openxmlformats.org/drawingml/2006/main">
            <a:pPr>
              <a:defRPr sz="2325" b="1">
                <a:solidFill>
                  <a:srgbClr val="3E78FF"/>
                </a:solidFill>
                <a:latin typeface="Arial"/>
                <a:ea typeface="Arial"/>
                <a:cs typeface="Arial"/>
              </a:defRPr>
            </a:pPr>
            <a:r>
              <a:rPr sz="2325" b="1">
                <a:solidFill>
                  <a:srgbClr val="3E78FF"/>
                </a:solidFill>
                <a:latin typeface="Arial"/>
                <a:ea typeface="Arial"/>
                <a:cs typeface="Arial"/>
              </a:rPr>
              <a:t>One entry point</a:t>
            </a:r>
          </a:p>
        </p:txBody>
      </p:sp>
      <p:sp>
        <p:nvSpPr>
          <p:cNvPr id="6" name="dashboard-caption">
            <a:extLst xmlns:a="http://schemas.openxmlformats.org/drawingml/2006/main">
              <a:ext uri="{FF2B5EF4-FFF2-40B4-BE49-F238E27FC236}">
                <a16:creationId xmlns:a16="http://schemas.microsoft.com/office/drawing/2014/main" id="{8C262460-1678-4EC7-93B1-F07F06E42741}"/>
              </a:ext>
            </a:extLst>
          </p:cNvPr>
          <p:cNvSpPr>
            <a:spLocks xmlns:a="http://schemas.openxmlformats.org/drawingml/2006/main" noGrp="1"/>
          </p:cNvSpPr>
          <p:nvPr/>
        </p:nvSpPr>
        <p:spPr>
          <a:xfrm xmlns:a="http://schemas.openxmlformats.org/drawingml/2006/main">
            <a:off x="8686800" y="2409825"/>
            <a:ext cx="281940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4213D"/>
                </a:solidFill>
                <a:latin typeface="Arial"/>
                <a:ea typeface="Arial"/>
                <a:cs typeface="Arial"/>
              </a:defRPr>
            </a:defPPr>
            <a:lvl1pPr>
              <a:defRPr sz="1950">
                <a:solidFill>
                  <a:srgbClr val="14213D"/>
                </a:solidFill>
                <a:latin typeface="Arial"/>
                <a:ea typeface="Arial"/>
                <a:cs typeface="Arial"/>
              </a:defRPr>
            </a:lvl1pPr>
            <a:lvl2pPr>
              <a:defRPr sz="1950">
                <a:solidFill>
                  <a:srgbClr val="14213D"/>
                </a:solidFill>
                <a:latin typeface="Arial"/>
                <a:ea typeface="Arial"/>
                <a:cs typeface="Arial"/>
              </a:defRPr>
            </a:lvl2pPr>
            <a:lvl3pPr>
              <a:defRPr sz="1950">
                <a:solidFill>
                  <a:srgbClr val="14213D"/>
                </a:solidFill>
                <a:latin typeface="Arial"/>
                <a:ea typeface="Arial"/>
                <a:cs typeface="Arial"/>
              </a:defRPr>
            </a:lvl3pPr>
            <a:lvl4pPr>
              <a:defRPr sz="1950">
                <a:solidFill>
                  <a:srgbClr val="14213D"/>
                </a:solidFill>
                <a:latin typeface="Arial"/>
                <a:ea typeface="Arial"/>
                <a:cs typeface="Arial"/>
              </a:defRPr>
            </a:lvl4pPr>
            <a:lvl5pPr>
              <a:defRPr sz="1950">
                <a:solidFill>
                  <a:srgbClr val="14213D"/>
                </a:solidFill>
                <a:latin typeface="Arial"/>
                <a:ea typeface="Arial"/>
                <a:cs typeface="Arial"/>
              </a:defRPr>
            </a:lvl5pPr>
            <a:lvl6pPr>
              <a:defRPr sz="1950">
                <a:solidFill>
                  <a:srgbClr val="14213D"/>
                </a:solidFill>
                <a:latin typeface="Arial"/>
                <a:ea typeface="Arial"/>
                <a:cs typeface="Arial"/>
              </a:defRPr>
            </a:lvl6pPr>
            <a:lvl7pPr>
              <a:defRPr sz="1950">
                <a:solidFill>
                  <a:srgbClr val="14213D"/>
                </a:solidFill>
                <a:latin typeface="Arial"/>
                <a:ea typeface="Arial"/>
                <a:cs typeface="Arial"/>
              </a:defRPr>
            </a:lvl7pPr>
            <a:lvl8pPr>
              <a:defRPr sz="1950">
                <a:solidFill>
                  <a:srgbClr val="14213D"/>
                </a:solidFill>
                <a:latin typeface="Arial"/>
                <a:ea typeface="Arial"/>
                <a:cs typeface="Arial"/>
              </a:defRPr>
            </a:lvl8pPr>
            <a:lvl9pPr>
              <a:defRPr sz="1950">
                <a:solidFill>
                  <a:srgbClr val="14213D"/>
                </a:solidFill>
                <a:latin typeface="Arial"/>
                <a:ea typeface="Arial"/>
                <a:cs typeface="Arial"/>
              </a:defRPr>
            </a:lvl9pPr>
          </a:lstStyle>
          <a:p xmlns:a="http://schemas.openxmlformats.org/drawingml/2006/main">
            <a:pPr>
              <a:defRPr sz="1950">
                <a:solidFill>
                  <a:srgbClr val="14213D"/>
                </a:solidFill>
                <a:latin typeface="Arial"/>
                <a:ea typeface="Arial"/>
                <a:cs typeface="Arial"/>
              </a:defRPr>
            </a:pPr>
            <a:r>
              <a:rPr sz="1950">
                <a:solidFill>
                  <a:srgbClr val="14213D"/>
                </a:solidFill>
                <a:latin typeface="Arial"/>
                <a:ea typeface="Arial"/>
                <a:cs typeface="Arial"/>
              </a:rPr>
              <a:t>Open a task, enter the relevant details, and review the result.</a:t>
            </a:r>
          </a:p>
          <a:p xmlns:a="http://schemas.openxmlformats.org/drawingml/2006/main">
            <a:r>
              <a:t/>
            </a:r>
          </a:p>
          <a:p xmlns:a="http://schemas.openxmlformats.org/drawingml/2006/main">
            <a:pPr>
              <a:defRPr sz="1950">
                <a:solidFill>
                  <a:srgbClr val="14213D"/>
                </a:solidFill>
                <a:latin typeface="Arial"/>
                <a:ea typeface="Arial"/>
                <a:cs typeface="Arial"/>
              </a:defRPr>
            </a:pPr>
            <a:r>
              <a:rPr sz="1950">
                <a:solidFill>
                  <a:srgbClr val="14213D"/>
                </a:solidFill>
                <a:latin typeface="Arial"/>
                <a:ea typeface="Arial"/>
                <a:cs typeface="Arial"/>
              </a:rPr>
              <a:t>The preserved dark blue style keeps the tools visually consistent.</a:t>
            </a:r>
          </a:p>
        </p:txBody>
      </p:sp>
    </p:spTree>
    <p:extLst>
      <p:ext uri="{BB962C8B-B14F-4D97-AF65-F5344CB8AC3E}">
        <p14:creationId xmlns:p14="http://schemas.microsoft.com/office/powerpoint/2010/main" val="1317667431"/>
      </p:ext>
    </p:extLst>
  </p:cSld>
</p:sld>
</file>

<file path=ppt/slides/slide6.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10" name="accent">
            <a:extLst xmlns:a="http://schemas.openxmlformats.org/drawingml/2006/main">
              <a:ext uri="{FF2B5EF4-FFF2-40B4-BE49-F238E27FC236}">
                <a16:creationId xmlns:a16="http://schemas.microsoft.com/office/drawing/2014/main" id="{3E9CD5A3-F8E4-440B-A535-B896D26E3845}"/>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8CE9396-C09E-47B0-9B5F-CEDB1876EA67}"/>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Recipes and travel show structured results</a:t>
            </a:r>
          </a:p>
        </p:txBody>
      </p:sp>
      <p:sp>
        <p:nvSpPr>
          <p:cNvPr id="3" name="number">
            <a:extLst xmlns:a="http://schemas.openxmlformats.org/drawingml/2006/main">
              <a:ext uri="{FF2B5EF4-FFF2-40B4-BE49-F238E27FC236}">
                <a16:creationId xmlns:a16="http://schemas.microsoft.com/office/drawing/2014/main" id="{6DBB5F02-244A-4876-903D-711EEA4F240A}"/>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06</a:t>
            </a:r>
          </a:p>
        </p:txBody>
      </p:sp>
      <p:sp>
        <p:nvSpPr>
          <p:cNvPr id="4" name="recipe-label">
            <a:extLst xmlns:a="http://schemas.openxmlformats.org/drawingml/2006/main">
              <a:ext uri="{FF2B5EF4-FFF2-40B4-BE49-F238E27FC236}">
                <a16:creationId xmlns:a16="http://schemas.microsoft.com/office/drawing/2014/main" id="{7F14E2D7-C8D5-4071-9746-6986B1D607C4}"/>
              </a:ext>
            </a:extLst>
          </p:cNvPr>
          <p:cNvSpPr>
            <a:spLocks xmlns:a="http://schemas.openxmlformats.org/drawingml/2006/main" noGrp="1"/>
          </p:cNvSpPr>
          <p:nvPr/>
        </p:nvSpPr>
        <p:spPr>
          <a:xfrm xmlns:a="http://schemas.openxmlformats.org/drawingml/2006/main">
            <a:off x="685800" y="14097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E78FF"/>
                </a:solidFill>
                <a:latin typeface="Arial"/>
                <a:ea typeface="Arial"/>
                <a:cs typeface="Arial"/>
              </a:defRPr>
            </a:defPPr>
            <a:lvl1pPr>
              <a:defRPr sz="2175" b="1">
                <a:solidFill>
                  <a:srgbClr val="3E78FF"/>
                </a:solidFill>
                <a:latin typeface="Arial"/>
                <a:ea typeface="Arial"/>
                <a:cs typeface="Arial"/>
              </a:defRPr>
            </a:lvl1pPr>
            <a:lvl2pPr>
              <a:defRPr sz="2175" b="1">
                <a:solidFill>
                  <a:srgbClr val="3E78FF"/>
                </a:solidFill>
                <a:latin typeface="Arial"/>
                <a:ea typeface="Arial"/>
                <a:cs typeface="Arial"/>
              </a:defRPr>
            </a:lvl2pPr>
            <a:lvl3pPr>
              <a:defRPr sz="2175" b="1">
                <a:solidFill>
                  <a:srgbClr val="3E78FF"/>
                </a:solidFill>
                <a:latin typeface="Arial"/>
                <a:ea typeface="Arial"/>
                <a:cs typeface="Arial"/>
              </a:defRPr>
            </a:lvl3pPr>
            <a:lvl4pPr>
              <a:defRPr sz="2175" b="1">
                <a:solidFill>
                  <a:srgbClr val="3E78FF"/>
                </a:solidFill>
                <a:latin typeface="Arial"/>
                <a:ea typeface="Arial"/>
                <a:cs typeface="Arial"/>
              </a:defRPr>
            </a:lvl4pPr>
            <a:lvl5pPr>
              <a:defRPr sz="2175" b="1">
                <a:solidFill>
                  <a:srgbClr val="3E78FF"/>
                </a:solidFill>
                <a:latin typeface="Arial"/>
                <a:ea typeface="Arial"/>
                <a:cs typeface="Arial"/>
              </a:defRPr>
            </a:lvl5pPr>
            <a:lvl6pPr>
              <a:defRPr sz="2175" b="1">
                <a:solidFill>
                  <a:srgbClr val="3E78FF"/>
                </a:solidFill>
                <a:latin typeface="Arial"/>
                <a:ea typeface="Arial"/>
                <a:cs typeface="Arial"/>
              </a:defRPr>
            </a:lvl6pPr>
            <a:lvl7pPr>
              <a:defRPr sz="2175" b="1">
                <a:solidFill>
                  <a:srgbClr val="3E78FF"/>
                </a:solidFill>
                <a:latin typeface="Arial"/>
                <a:ea typeface="Arial"/>
                <a:cs typeface="Arial"/>
              </a:defRPr>
            </a:lvl7pPr>
            <a:lvl8pPr>
              <a:defRPr sz="2175" b="1">
                <a:solidFill>
                  <a:srgbClr val="3E78FF"/>
                </a:solidFill>
                <a:latin typeface="Arial"/>
                <a:ea typeface="Arial"/>
                <a:cs typeface="Arial"/>
              </a:defRPr>
            </a:lvl8pPr>
            <a:lvl9pPr>
              <a:defRPr sz="2175" b="1">
                <a:solidFill>
                  <a:srgbClr val="3E78FF"/>
                </a:solidFill>
                <a:latin typeface="Arial"/>
                <a:ea typeface="Arial"/>
                <a:cs typeface="Arial"/>
              </a:defRPr>
            </a:lvl9pPr>
          </a:lstStyle>
          <a:p xmlns:a="http://schemas.openxmlformats.org/drawingml/2006/main">
            <a:pPr>
              <a:defRPr sz="2175" b="1">
                <a:solidFill>
                  <a:srgbClr val="3E78FF"/>
                </a:solidFill>
                <a:latin typeface="Arial"/>
                <a:ea typeface="Arial"/>
                <a:cs typeface="Arial"/>
              </a:defRPr>
            </a:pPr>
            <a:r>
              <a:rPr sz="2175" b="1">
                <a:solidFill>
                  <a:srgbClr val="3E78FF"/>
                </a:solidFill>
                <a:latin typeface="Arial"/>
                <a:ea typeface="Arial"/>
                <a:cs typeface="Arial"/>
              </a:rPr>
              <a:t>Recipe suggestions</a:t>
            </a:r>
          </a:p>
        </p:txBody>
      </p:sp>
      <p:sp>
        <p:nvSpPr>
          <p:cNvPr id="5" name="travel-label">
            <a:extLst xmlns:a="http://schemas.openxmlformats.org/drawingml/2006/main">
              <a:ext uri="{FF2B5EF4-FFF2-40B4-BE49-F238E27FC236}">
                <a16:creationId xmlns:a16="http://schemas.microsoft.com/office/drawing/2014/main" id="{3B80D454-FE51-45F8-B1FB-C50ECCF02E8C}"/>
              </a:ext>
            </a:extLst>
          </p:cNvPr>
          <p:cNvSpPr>
            <a:spLocks xmlns:a="http://schemas.openxmlformats.org/drawingml/2006/main" noGrp="1"/>
          </p:cNvSpPr>
          <p:nvPr/>
        </p:nvSpPr>
        <p:spPr>
          <a:xfrm xmlns:a="http://schemas.openxmlformats.org/drawingml/2006/main">
            <a:off x="6362700" y="14097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E78FF"/>
                </a:solidFill>
                <a:latin typeface="Arial"/>
                <a:ea typeface="Arial"/>
                <a:cs typeface="Arial"/>
              </a:defRPr>
            </a:defPPr>
            <a:lvl1pPr>
              <a:defRPr sz="2175" b="1">
                <a:solidFill>
                  <a:srgbClr val="3E78FF"/>
                </a:solidFill>
                <a:latin typeface="Arial"/>
                <a:ea typeface="Arial"/>
                <a:cs typeface="Arial"/>
              </a:defRPr>
            </a:lvl1pPr>
            <a:lvl2pPr>
              <a:defRPr sz="2175" b="1">
                <a:solidFill>
                  <a:srgbClr val="3E78FF"/>
                </a:solidFill>
                <a:latin typeface="Arial"/>
                <a:ea typeface="Arial"/>
                <a:cs typeface="Arial"/>
              </a:defRPr>
            </a:lvl2pPr>
            <a:lvl3pPr>
              <a:defRPr sz="2175" b="1">
                <a:solidFill>
                  <a:srgbClr val="3E78FF"/>
                </a:solidFill>
                <a:latin typeface="Arial"/>
                <a:ea typeface="Arial"/>
                <a:cs typeface="Arial"/>
              </a:defRPr>
            </a:lvl3pPr>
            <a:lvl4pPr>
              <a:defRPr sz="2175" b="1">
                <a:solidFill>
                  <a:srgbClr val="3E78FF"/>
                </a:solidFill>
                <a:latin typeface="Arial"/>
                <a:ea typeface="Arial"/>
                <a:cs typeface="Arial"/>
              </a:defRPr>
            </a:lvl4pPr>
            <a:lvl5pPr>
              <a:defRPr sz="2175" b="1">
                <a:solidFill>
                  <a:srgbClr val="3E78FF"/>
                </a:solidFill>
                <a:latin typeface="Arial"/>
                <a:ea typeface="Arial"/>
                <a:cs typeface="Arial"/>
              </a:defRPr>
            </a:lvl5pPr>
            <a:lvl6pPr>
              <a:defRPr sz="2175" b="1">
                <a:solidFill>
                  <a:srgbClr val="3E78FF"/>
                </a:solidFill>
                <a:latin typeface="Arial"/>
                <a:ea typeface="Arial"/>
                <a:cs typeface="Arial"/>
              </a:defRPr>
            </a:lvl6pPr>
            <a:lvl7pPr>
              <a:defRPr sz="2175" b="1">
                <a:solidFill>
                  <a:srgbClr val="3E78FF"/>
                </a:solidFill>
                <a:latin typeface="Arial"/>
                <a:ea typeface="Arial"/>
                <a:cs typeface="Arial"/>
              </a:defRPr>
            </a:lvl7pPr>
            <a:lvl8pPr>
              <a:defRPr sz="2175" b="1">
                <a:solidFill>
                  <a:srgbClr val="3E78FF"/>
                </a:solidFill>
                <a:latin typeface="Arial"/>
                <a:ea typeface="Arial"/>
                <a:cs typeface="Arial"/>
              </a:defRPr>
            </a:lvl8pPr>
            <a:lvl9pPr>
              <a:defRPr sz="2175" b="1">
                <a:solidFill>
                  <a:srgbClr val="3E78FF"/>
                </a:solidFill>
                <a:latin typeface="Arial"/>
                <a:ea typeface="Arial"/>
                <a:cs typeface="Arial"/>
              </a:defRPr>
            </a:lvl9pPr>
          </a:lstStyle>
          <a:p xmlns:a="http://schemas.openxmlformats.org/drawingml/2006/main">
            <a:pPr>
              <a:defRPr sz="2175" b="1">
                <a:solidFill>
                  <a:srgbClr val="3E78FF"/>
                </a:solidFill>
                <a:latin typeface="Arial"/>
                <a:ea typeface="Arial"/>
                <a:cs typeface="Arial"/>
              </a:defRPr>
            </a:pPr>
            <a:r>
              <a:rPr sz="2175" b="1">
                <a:solidFill>
                  <a:srgbClr val="3E78FF"/>
                </a:solidFill>
                <a:latin typeface="Arial"/>
                <a:ea typeface="Arial"/>
                <a:cs typeface="Arial"/>
              </a:rPr>
              <a:t>Travel itinerary</a:t>
            </a:r>
          </a:p>
        </p:txBody>
      </p:sp>
      <p:pic>
        <p:nvPicPr>
          <p:cNvPr id="6" name="">
            <a:extLst xmlns:a="http://schemas.openxmlformats.org/drawingml/2006/main">
              <a:ext uri="{FF2B5EF4-FFF2-40B4-BE49-F238E27FC236}">
                <a16:creationId xmlns:a16="http://schemas.microsoft.com/office/drawing/2014/main" id="{3ED8842C-6078-4582-912C-FEC36276E1E2}"/>
              </a:ext>
            </a:extLst>
          </p:cNvPr>
          <p:cNvPicPr>
            <a:picLocks xmlns:a="http://schemas.openxmlformats.org/drawingml/2006/main" noChangeAspect="1"/>
          </p:cNvPicPr>
          <p:nvPr/>
        </p:nvPicPr>
        <p:blipFill>
          <a:blip xmlns:r="http://schemas.openxmlformats.org/officeDocument/2006/relationships" xmlns:a="http://schemas.openxmlformats.org/drawingml/2006/main" r:embed="R2b02e7a8ea8f442d"/>
          <a:stretch xmlns:a="http://schemas.openxmlformats.org/drawingml/2006/main"/>
        </p:blipFill>
        <p:spPr>
          <a:xfrm xmlns:a="http://schemas.openxmlformats.org/drawingml/2006/main">
            <a:off x="1192253" y="1981200"/>
            <a:ext cx="4130593" cy="3238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4785EFB-7B08-4D80-93C4-6634666E5D2A}"/>
              </a:ext>
            </a:extLst>
          </p:cNvPr>
          <p:cNvPicPr>
            <a:picLocks xmlns:a="http://schemas.openxmlformats.org/drawingml/2006/main" noChangeAspect="1"/>
          </p:cNvPicPr>
          <p:nvPr/>
        </p:nvPicPr>
        <p:blipFill>
          <a:blip xmlns:r="http://schemas.openxmlformats.org/officeDocument/2006/relationships" xmlns:a="http://schemas.openxmlformats.org/drawingml/2006/main" r:embed="Rba71306188ed4e1e"/>
          <a:stretch xmlns:a="http://schemas.openxmlformats.org/drawingml/2006/main"/>
        </p:blipFill>
        <p:spPr>
          <a:xfrm xmlns:a="http://schemas.openxmlformats.org/drawingml/2006/main">
            <a:off x="6908629" y="1981200"/>
            <a:ext cx="4051642" cy="3238500"/>
          </a:xfrm>
          <a:prstGeom xmlns:a="http://schemas.openxmlformats.org/drawingml/2006/main" prst="rect">
            <a:avLst/>
          </a:prstGeom>
        </p:spPr>
      </p:pic>
      <p:sp>
        <p:nvSpPr>
          <p:cNvPr id="8" name="recipe-caption">
            <a:extLst xmlns:a="http://schemas.openxmlformats.org/drawingml/2006/main">
              <a:ext uri="{FF2B5EF4-FFF2-40B4-BE49-F238E27FC236}">
                <a16:creationId xmlns:a16="http://schemas.microsoft.com/office/drawing/2014/main" id="{F6C6F066-0DB4-4B44-9DD9-4DC6878B6E59}"/>
              </a:ext>
            </a:extLst>
          </p:cNvPr>
          <p:cNvSpPr>
            <a:spLocks xmlns:a="http://schemas.openxmlformats.org/drawingml/2006/main" noGrp="1"/>
          </p:cNvSpPr>
          <p:nvPr/>
        </p:nvSpPr>
        <p:spPr>
          <a:xfrm xmlns:a="http://schemas.openxmlformats.org/drawingml/2006/main">
            <a:off x="685800" y="544830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4213D"/>
                </a:solidFill>
                <a:latin typeface="Arial"/>
                <a:ea typeface="Arial"/>
                <a:cs typeface="Arial"/>
              </a:defRPr>
            </a:defPPr>
            <a:lvl1pPr>
              <a:defRPr sz="1875">
                <a:solidFill>
                  <a:srgbClr val="14213D"/>
                </a:solidFill>
                <a:latin typeface="Arial"/>
                <a:ea typeface="Arial"/>
                <a:cs typeface="Arial"/>
              </a:defRPr>
            </a:lvl1pPr>
            <a:lvl2pPr>
              <a:defRPr sz="1875">
                <a:solidFill>
                  <a:srgbClr val="14213D"/>
                </a:solidFill>
                <a:latin typeface="Arial"/>
                <a:ea typeface="Arial"/>
                <a:cs typeface="Arial"/>
              </a:defRPr>
            </a:lvl2pPr>
            <a:lvl3pPr>
              <a:defRPr sz="1875">
                <a:solidFill>
                  <a:srgbClr val="14213D"/>
                </a:solidFill>
                <a:latin typeface="Arial"/>
                <a:ea typeface="Arial"/>
                <a:cs typeface="Arial"/>
              </a:defRPr>
            </a:lvl3pPr>
            <a:lvl4pPr>
              <a:defRPr sz="1875">
                <a:solidFill>
                  <a:srgbClr val="14213D"/>
                </a:solidFill>
                <a:latin typeface="Arial"/>
                <a:ea typeface="Arial"/>
                <a:cs typeface="Arial"/>
              </a:defRPr>
            </a:lvl4pPr>
            <a:lvl5pPr>
              <a:defRPr sz="1875">
                <a:solidFill>
                  <a:srgbClr val="14213D"/>
                </a:solidFill>
                <a:latin typeface="Arial"/>
                <a:ea typeface="Arial"/>
                <a:cs typeface="Arial"/>
              </a:defRPr>
            </a:lvl5pPr>
            <a:lvl6pPr>
              <a:defRPr sz="1875">
                <a:solidFill>
                  <a:srgbClr val="14213D"/>
                </a:solidFill>
                <a:latin typeface="Arial"/>
                <a:ea typeface="Arial"/>
                <a:cs typeface="Arial"/>
              </a:defRPr>
            </a:lvl6pPr>
            <a:lvl7pPr>
              <a:defRPr sz="1875">
                <a:solidFill>
                  <a:srgbClr val="14213D"/>
                </a:solidFill>
                <a:latin typeface="Arial"/>
                <a:ea typeface="Arial"/>
                <a:cs typeface="Arial"/>
              </a:defRPr>
            </a:lvl7pPr>
            <a:lvl8pPr>
              <a:defRPr sz="1875">
                <a:solidFill>
                  <a:srgbClr val="14213D"/>
                </a:solidFill>
                <a:latin typeface="Arial"/>
                <a:ea typeface="Arial"/>
                <a:cs typeface="Arial"/>
              </a:defRPr>
            </a:lvl8pPr>
            <a:lvl9pPr>
              <a:defRPr sz="1875">
                <a:solidFill>
                  <a:srgbClr val="14213D"/>
                </a:solidFill>
                <a:latin typeface="Arial"/>
                <a:ea typeface="Arial"/>
                <a:cs typeface="Arial"/>
              </a:defRPr>
            </a:lvl9pPr>
          </a:lstStyle>
          <a:p xmlns:a="http://schemas.openxmlformats.org/drawingml/2006/main">
            <a:pPr>
              <a:defRPr sz="1875">
                <a:solidFill>
                  <a:srgbClr val="14213D"/>
                </a:solidFill>
                <a:latin typeface="Arial"/>
                <a:ea typeface="Arial"/>
                <a:cs typeface="Arial"/>
              </a:defRPr>
            </a:pPr>
            <a:r>
              <a:rPr sz="1875">
                <a:solidFill>
                  <a:srgbClr val="14213D"/>
                </a:solidFill>
                <a:latin typeface="Arial"/>
                <a:ea typeface="Arial"/>
                <a:cs typeface="Arial"/>
              </a:rPr>
              <a:t>Ingredients and an optional image are validated before submission.</a:t>
            </a:r>
          </a:p>
        </p:txBody>
      </p:sp>
      <p:sp>
        <p:nvSpPr>
          <p:cNvPr id="9" name="travel-caption">
            <a:extLst xmlns:a="http://schemas.openxmlformats.org/drawingml/2006/main">
              <a:ext uri="{FF2B5EF4-FFF2-40B4-BE49-F238E27FC236}">
                <a16:creationId xmlns:a16="http://schemas.microsoft.com/office/drawing/2014/main" id="{7A956174-0EEF-4869-B10B-A927C44FFCF6}"/>
              </a:ext>
            </a:extLst>
          </p:cNvPr>
          <p:cNvSpPr>
            <a:spLocks xmlns:a="http://schemas.openxmlformats.org/drawingml/2006/main" noGrp="1"/>
          </p:cNvSpPr>
          <p:nvPr/>
        </p:nvSpPr>
        <p:spPr>
          <a:xfrm xmlns:a="http://schemas.openxmlformats.org/drawingml/2006/main">
            <a:off x="6362700" y="544830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4213D"/>
                </a:solidFill>
                <a:latin typeface="Arial"/>
                <a:ea typeface="Arial"/>
                <a:cs typeface="Arial"/>
              </a:defRPr>
            </a:defPPr>
            <a:lvl1pPr>
              <a:defRPr sz="1875">
                <a:solidFill>
                  <a:srgbClr val="14213D"/>
                </a:solidFill>
                <a:latin typeface="Arial"/>
                <a:ea typeface="Arial"/>
                <a:cs typeface="Arial"/>
              </a:defRPr>
            </a:lvl1pPr>
            <a:lvl2pPr>
              <a:defRPr sz="1875">
                <a:solidFill>
                  <a:srgbClr val="14213D"/>
                </a:solidFill>
                <a:latin typeface="Arial"/>
                <a:ea typeface="Arial"/>
                <a:cs typeface="Arial"/>
              </a:defRPr>
            </a:lvl2pPr>
            <a:lvl3pPr>
              <a:defRPr sz="1875">
                <a:solidFill>
                  <a:srgbClr val="14213D"/>
                </a:solidFill>
                <a:latin typeface="Arial"/>
                <a:ea typeface="Arial"/>
                <a:cs typeface="Arial"/>
              </a:defRPr>
            </a:lvl3pPr>
            <a:lvl4pPr>
              <a:defRPr sz="1875">
                <a:solidFill>
                  <a:srgbClr val="14213D"/>
                </a:solidFill>
                <a:latin typeface="Arial"/>
                <a:ea typeface="Arial"/>
                <a:cs typeface="Arial"/>
              </a:defRPr>
            </a:lvl4pPr>
            <a:lvl5pPr>
              <a:defRPr sz="1875">
                <a:solidFill>
                  <a:srgbClr val="14213D"/>
                </a:solidFill>
                <a:latin typeface="Arial"/>
                <a:ea typeface="Arial"/>
                <a:cs typeface="Arial"/>
              </a:defRPr>
            </a:lvl5pPr>
            <a:lvl6pPr>
              <a:defRPr sz="1875">
                <a:solidFill>
                  <a:srgbClr val="14213D"/>
                </a:solidFill>
                <a:latin typeface="Arial"/>
                <a:ea typeface="Arial"/>
                <a:cs typeface="Arial"/>
              </a:defRPr>
            </a:lvl6pPr>
            <a:lvl7pPr>
              <a:defRPr sz="1875">
                <a:solidFill>
                  <a:srgbClr val="14213D"/>
                </a:solidFill>
                <a:latin typeface="Arial"/>
                <a:ea typeface="Arial"/>
                <a:cs typeface="Arial"/>
              </a:defRPr>
            </a:lvl7pPr>
            <a:lvl8pPr>
              <a:defRPr sz="1875">
                <a:solidFill>
                  <a:srgbClr val="14213D"/>
                </a:solidFill>
                <a:latin typeface="Arial"/>
                <a:ea typeface="Arial"/>
                <a:cs typeface="Arial"/>
              </a:defRPr>
            </a:lvl8pPr>
            <a:lvl9pPr>
              <a:defRPr sz="1875">
                <a:solidFill>
                  <a:srgbClr val="14213D"/>
                </a:solidFill>
                <a:latin typeface="Arial"/>
                <a:ea typeface="Arial"/>
                <a:cs typeface="Arial"/>
              </a:defRPr>
            </a:lvl9pPr>
          </a:lstStyle>
          <a:p xmlns:a="http://schemas.openxmlformats.org/drawingml/2006/main">
            <a:pPr>
              <a:defRPr sz="1875">
                <a:solidFill>
                  <a:srgbClr val="14213D"/>
                </a:solidFill>
                <a:latin typeface="Arial"/>
                <a:ea typeface="Arial"/>
                <a:cs typeface="Arial"/>
              </a:defRPr>
            </a:pPr>
            <a:r>
              <a:rPr sz="1875">
                <a:solidFill>
                  <a:srgbClr val="14213D"/>
                </a:solidFill>
                <a:latin typeface="Arial"/>
                <a:ea typeface="Arial"/>
                <a:cs typeface="Arial"/>
              </a:rPr>
              <a:t>Destination and trip duration organize a readable day-by-day plan.</a:t>
            </a:r>
          </a:p>
        </p:txBody>
      </p:sp>
    </p:spTree>
    <p:extLst>
      <p:ext uri="{BB962C8B-B14F-4D97-AF65-F5344CB8AC3E}">
        <p14:creationId xmlns:p14="http://schemas.microsoft.com/office/powerpoint/2010/main" val="1289607933"/>
      </p:ext>
    </p:extLst>
  </p:cSld>
</p:sld>
</file>

<file path=ppt/slides/slide7.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9" name="accent">
            <a:extLst xmlns:a="http://schemas.openxmlformats.org/drawingml/2006/main">
              <a:ext uri="{FF2B5EF4-FFF2-40B4-BE49-F238E27FC236}">
                <a16:creationId xmlns:a16="http://schemas.microsoft.com/office/drawing/2014/main" id="{805DC34A-07E2-414C-91B5-75FB053FBAA0}"/>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F328E7B0-00A7-4558-8966-3B5AF717BB1E}"/>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Expenses persist across page reloads</a:t>
            </a:r>
          </a:p>
        </p:txBody>
      </p:sp>
      <p:sp>
        <p:nvSpPr>
          <p:cNvPr id="3" name="number">
            <a:extLst xmlns:a="http://schemas.openxmlformats.org/drawingml/2006/main">
              <a:ext uri="{FF2B5EF4-FFF2-40B4-BE49-F238E27FC236}">
                <a16:creationId xmlns:a16="http://schemas.microsoft.com/office/drawing/2014/main" id="{D0C7BBFE-22BA-4A3B-A9E8-9F06551367DA}"/>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7FF6F612-A350-4864-B5F3-03CC14BDC0F8}"/>
              </a:ext>
            </a:extLst>
          </p:cNvPr>
          <p:cNvPicPr>
            <a:picLocks xmlns:a="http://schemas.openxmlformats.org/drawingml/2006/main" noChangeAspect="1"/>
          </p:cNvPicPr>
          <p:nvPr/>
        </p:nvPicPr>
        <p:blipFill>
          <a:blip xmlns:r="http://schemas.openxmlformats.org/officeDocument/2006/relationships" xmlns:a="http://schemas.openxmlformats.org/drawingml/2006/main" r:embed="R2f117c37a57c4e0a"/>
          <a:stretch xmlns:a="http://schemas.openxmlformats.org/drawingml/2006/main"/>
        </p:blipFill>
        <p:spPr>
          <a:xfrm xmlns:a="http://schemas.openxmlformats.org/drawingml/2006/main">
            <a:off x="1305903" y="1447800"/>
            <a:ext cx="4474795" cy="4238625"/>
          </a:xfrm>
          <a:prstGeom xmlns:a="http://schemas.openxmlformats.org/drawingml/2006/main" prst="rect">
            <a:avLst/>
          </a:prstGeom>
        </p:spPr>
      </p:pic>
      <p:sp>
        <p:nvSpPr>
          <p:cNvPr id="5" name="expense-title">
            <a:extLst xmlns:a="http://schemas.openxmlformats.org/drawingml/2006/main">
              <a:ext uri="{FF2B5EF4-FFF2-40B4-BE49-F238E27FC236}">
                <a16:creationId xmlns:a16="http://schemas.microsoft.com/office/drawing/2014/main" id="{D2C96EB4-05D6-4E4B-9D31-FB6292E1B6CF}"/>
              </a:ext>
            </a:extLst>
          </p:cNvPr>
          <p:cNvSpPr>
            <a:spLocks xmlns:a="http://schemas.openxmlformats.org/drawingml/2006/main" noGrp="1"/>
          </p:cNvSpPr>
          <p:nvPr/>
        </p:nvSpPr>
        <p:spPr>
          <a:xfrm xmlns:a="http://schemas.openxmlformats.org/drawingml/2006/main">
            <a:off x="6858000" y="1562100"/>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E78FF"/>
                </a:solidFill>
                <a:latin typeface="Arial"/>
                <a:ea typeface="Arial"/>
                <a:cs typeface="Arial"/>
              </a:defRPr>
            </a:defPPr>
            <a:lvl1pPr>
              <a:defRPr sz="2325" b="1">
                <a:solidFill>
                  <a:srgbClr val="3E78FF"/>
                </a:solidFill>
                <a:latin typeface="Arial"/>
                <a:ea typeface="Arial"/>
                <a:cs typeface="Arial"/>
              </a:defRPr>
            </a:lvl1pPr>
            <a:lvl2pPr>
              <a:defRPr sz="2325" b="1">
                <a:solidFill>
                  <a:srgbClr val="3E78FF"/>
                </a:solidFill>
                <a:latin typeface="Arial"/>
                <a:ea typeface="Arial"/>
                <a:cs typeface="Arial"/>
              </a:defRPr>
            </a:lvl2pPr>
            <a:lvl3pPr>
              <a:defRPr sz="2325" b="1">
                <a:solidFill>
                  <a:srgbClr val="3E78FF"/>
                </a:solidFill>
                <a:latin typeface="Arial"/>
                <a:ea typeface="Arial"/>
                <a:cs typeface="Arial"/>
              </a:defRPr>
            </a:lvl3pPr>
            <a:lvl4pPr>
              <a:defRPr sz="2325" b="1">
                <a:solidFill>
                  <a:srgbClr val="3E78FF"/>
                </a:solidFill>
                <a:latin typeface="Arial"/>
                <a:ea typeface="Arial"/>
                <a:cs typeface="Arial"/>
              </a:defRPr>
            </a:lvl4pPr>
            <a:lvl5pPr>
              <a:defRPr sz="2325" b="1">
                <a:solidFill>
                  <a:srgbClr val="3E78FF"/>
                </a:solidFill>
                <a:latin typeface="Arial"/>
                <a:ea typeface="Arial"/>
                <a:cs typeface="Arial"/>
              </a:defRPr>
            </a:lvl5pPr>
            <a:lvl6pPr>
              <a:defRPr sz="2325" b="1">
                <a:solidFill>
                  <a:srgbClr val="3E78FF"/>
                </a:solidFill>
                <a:latin typeface="Arial"/>
                <a:ea typeface="Arial"/>
                <a:cs typeface="Arial"/>
              </a:defRPr>
            </a:lvl6pPr>
            <a:lvl7pPr>
              <a:defRPr sz="2325" b="1">
                <a:solidFill>
                  <a:srgbClr val="3E78FF"/>
                </a:solidFill>
                <a:latin typeface="Arial"/>
                <a:ea typeface="Arial"/>
                <a:cs typeface="Arial"/>
              </a:defRPr>
            </a:lvl7pPr>
            <a:lvl8pPr>
              <a:defRPr sz="2325" b="1">
                <a:solidFill>
                  <a:srgbClr val="3E78FF"/>
                </a:solidFill>
                <a:latin typeface="Arial"/>
                <a:ea typeface="Arial"/>
                <a:cs typeface="Arial"/>
              </a:defRPr>
            </a:lvl8pPr>
            <a:lvl9pPr>
              <a:defRPr sz="2325" b="1">
                <a:solidFill>
                  <a:srgbClr val="3E78FF"/>
                </a:solidFill>
                <a:latin typeface="Arial"/>
                <a:ea typeface="Arial"/>
                <a:cs typeface="Arial"/>
              </a:defRPr>
            </a:lvl9pPr>
          </a:lstStyle>
          <a:p xmlns:a="http://schemas.openxmlformats.org/drawingml/2006/main">
            <a:pPr>
              <a:defRPr sz="2325" b="1">
                <a:solidFill>
                  <a:srgbClr val="3E78FF"/>
                </a:solidFill>
                <a:latin typeface="Arial"/>
                <a:ea typeface="Arial"/>
                <a:cs typeface="Arial"/>
              </a:defRPr>
            </a:pPr>
            <a:r>
              <a:rPr sz="2325" b="1">
                <a:solidFill>
                  <a:srgbClr val="3E78FF"/>
                </a:solidFill>
                <a:latin typeface="Arial"/>
                <a:ea typeface="Arial"/>
                <a:cs typeface="Arial"/>
              </a:rPr>
              <a:t>Captured NPR month summary</a:t>
            </a:r>
          </a:p>
        </p:txBody>
      </p:sp>
      <p:graphicFrame>
        <p:nvGraphicFramePr>
          <p:cNvPr id="6" name="">
            <a:extLst xmlns:a="http://schemas.openxmlformats.org/drawingml/2006/main">
              <a:ext uri="{FF2B5EF4-FFF2-40B4-BE49-F238E27FC236}">
                <a16:creationId xmlns:a16="http://schemas.microsoft.com/office/drawing/2014/main" id="{02662C3B-72DB-41AC-9F61-A98E1D2B3265}"/>
              </a:ext>
            </a:extLst>
          </p:cNvPr>
          <p:cNvGraphicFramePr/>
          <p:nvPr/>
        </p:nvGraphicFramePr>
        <p:xfrm>
          <a:off xmlns:a="http://schemas.openxmlformats.org/drawingml/2006/main" x="6858000" y="2324100"/>
          <a:ext xmlns:a="http://schemas.openxmlformats.org/drawingml/2006/main" cx="4648200" cy="1924050"/>
        </p:xfrm>
        <a:graphic xmlns:a="http://schemas.openxmlformats.org/drawingml/2006/main">
          <a:graphicData uri="http://schemas.openxmlformats.org/drawingml/2006/table">
            <a:tbl>
              <a:tblPr/>
              <a:tblGrid>
                <a:gridCol w="2571750"/>
                <a:gridCol w="2076450"/>
              </a:tblGrid>
              <a:tr h="481013">
                <a:tc>
                  <a:txBody>
                    <a:bodyPr lIns="133350" tIns="133350" rIns="133350" bIns="133350">
                      <a:noAutofit/>
                    </a:bodyPr>
                    <a:lstStyle/>
                    <a:p>
                      <a:r>
                        <a:rPr sz="1875" b="1">
                          <a:solidFill>
                            <a:srgbClr val="FFFFFF"/>
                          </a:solidFill>
                          <a:latin typeface="Arial"/>
                          <a:ea typeface="Arial"/>
                          <a:cs typeface="Arial"/>
                        </a:rPr>
                        <a:t>Measure</a:t>
                      </a:r>
                    </a:p>
                  </a:txBody>
                  <a:tcPr marL="91440" marR="91440" marT="45720" marB="45720" anchor="ctr">
                    <a:lnL w="9525">
                      <a:solidFill>
                        <a:srgbClr val="CBD7EA"/>
                      </a:solidFill>
                      <a:prstDash val="solid"/>
                    </a:lnL>
                    <a:lnR w="9525">
                      <a:solidFill>
                        <a:srgbClr val="CBD7EA"/>
                      </a:solidFill>
                      <a:prstDash val="solid"/>
                    </a:lnR>
                    <a:lnT w="9525">
                      <a:solidFill>
                        <a:srgbClr val="CBD7EA"/>
                      </a:solidFill>
                      <a:prstDash val="solid"/>
                    </a:lnT>
                    <a:lnB w="9525">
                      <a:solidFill>
                        <a:srgbClr val="CBD7EA"/>
                      </a:solidFill>
                      <a:prstDash val="solid"/>
                    </a:lnB>
                    <a:solidFill>
                      <a:srgbClr val="101A33"/>
                    </a:solidFill>
                  </a:tcPr>
                </a:tc>
                <a:tc>
                  <a:txBody>
                    <a:bodyPr lIns="133350" tIns="133350" rIns="133350" bIns="133350">
                      <a:noAutofit/>
                    </a:bodyPr>
                    <a:lstStyle/>
                    <a:p>
                      <a:r>
                        <a:rPr sz="1875" b="1">
                          <a:solidFill>
                            <a:srgbClr val="FFFFFF"/>
                          </a:solidFill>
                          <a:latin typeface="Arial"/>
                          <a:ea typeface="Arial"/>
                          <a:cs typeface="Arial"/>
                        </a:rPr>
                        <a:t>NPR</a:t>
                      </a:r>
                    </a:p>
                  </a:txBody>
                  <a:tcPr marL="91440" marR="91440" marT="45720" marB="45720" anchor="ctr">
                    <a:lnR w="9525">
                      <a:solidFill>
                        <a:srgbClr val="CBD7EA"/>
                      </a:solidFill>
                      <a:prstDash val="solid"/>
                    </a:lnR>
                    <a:lnT w="9525">
                      <a:solidFill>
                        <a:srgbClr val="CBD7EA"/>
                      </a:solidFill>
                      <a:prstDash val="solid"/>
                    </a:lnT>
                    <a:lnB w="9525">
                      <a:solidFill>
                        <a:srgbClr val="CBD7EA"/>
                      </a:solidFill>
                      <a:prstDash val="solid"/>
                    </a:lnB>
                    <a:solidFill>
                      <a:srgbClr val="101A33"/>
                    </a:solidFill>
                  </a:tcPr>
                </a:tc>
              </a:tr>
              <a:tr h="481013">
                <a:tc>
                  <a:txBody>
                    <a:bodyPr lIns="133350" tIns="133350" rIns="133350" bIns="133350">
                      <a:noAutofit/>
                    </a:bodyPr>
                    <a:lstStyle/>
                    <a:p>
                      <a:r>
                        <a:rPr sz="1875" b="0">
                          <a:solidFill>
                            <a:srgbClr val="14213D"/>
                          </a:solidFill>
                          <a:latin typeface="Arial"/>
                          <a:ea typeface="Arial"/>
                          <a:cs typeface="Arial"/>
                        </a:rPr>
                        <a:t>Budget</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75" b="0">
                          <a:solidFill>
                            <a:srgbClr val="14213D"/>
                          </a:solidFill>
                          <a:latin typeface="Arial"/>
                          <a:ea typeface="Arial"/>
                          <a:cs typeface="Arial"/>
                        </a:rPr>
                        <a:t>1,000.00</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r h="481013">
                <a:tc>
                  <a:txBody>
                    <a:bodyPr lIns="133350" tIns="133350" rIns="133350" bIns="133350">
                      <a:noAutofit/>
                    </a:bodyPr>
                    <a:lstStyle/>
                    <a:p>
                      <a:r>
                        <a:rPr sz="1875" b="0">
                          <a:solidFill>
                            <a:srgbClr val="14213D"/>
                          </a:solidFill>
                          <a:latin typeface="Arial"/>
                          <a:ea typeface="Arial"/>
                          <a:cs typeface="Arial"/>
                        </a:rPr>
                        <a:t>Spent</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EEF4FF"/>
                    </a:solidFill>
                  </a:tcPr>
                </a:tc>
                <a:tc>
                  <a:txBody>
                    <a:bodyPr lIns="133350" tIns="133350" rIns="133350" bIns="133350">
                      <a:noAutofit/>
                    </a:bodyPr>
                    <a:lstStyle/>
                    <a:p>
                      <a:r>
                        <a:rPr sz="1875" b="0">
                          <a:solidFill>
                            <a:srgbClr val="14213D"/>
                          </a:solidFill>
                          <a:latin typeface="Arial"/>
                          <a:ea typeface="Arial"/>
                          <a:cs typeface="Arial"/>
                        </a:rPr>
                        <a:t>800.25</a:t>
                      </a:r>
                    </a:p>
                  </a:txBody>
                  <a:tcPr marL="91440" marR="91440" marT="45720" marB="45720" anchor="ctr">
                    <a:lnR w="9525">
                      <a:solidFill>
                        <a:srgbClr val="CBD7EA"/>
                      </a:solidFill>
                      <a:prstDash val="solid"/>
                    </a:lnR>
                    <a:lnB w="9525">
                      <a:solidFill>
                        <a:srgbClr val="CBD7EA"/>
                      </a:solidFill>
                      <a:prstDash val="solid"/>
                    </a:lnB>
                    <a:solidFill>
                      <a:srgbClr val="EEF4FF"/>
                    </a:solidFill>
                  </a:tcPr>
                </a:tc>
              </a:tr>
              <a:tr h="481013">
                <a:tc>
                  <a:txBody>
                    <a:bodyPr lIns="133350" tIns="133350" rIns="133350" bIns="133350">
                      <a:noAutofit/>
                    </a:bodyPr>
                    <a:lstStyle/>
                    <a:p>
                      <a:r>
                        <a:rPr sz="1875" b="0">
                          <a:solidFill>
                            <a:srgbClr val="14213D"/>
                          </a:solidFill>
                          <a:latin typeface="Arial"/>
                          <a:ea typeface="Arial"/>
                          <a:cs typeface="Arial"/>
                        </a:rPr>
                        <a:t>Remaining</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875" b="0">
                          <a:solidFill>
                            <a:srgbClr val="14213D"/>
                          </a:solidFill>
                          <a:latin typeface="Arial"/>
                          <a:ea typeface="Arial"/>
                          <a:cs typeface="Arial"/>
                        </a:rPr>
                        <a:t>199.75</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bl>
          </a:graphicData>
        </a:graphic>
      </p:graphicFrame>
      <p:sp>
        <p:nvSpPr>
          <p:cNvPr id="7" name="expense-body">
            <a:extLst xmlns:a="http://schemas.openxmlformats.org/drawingml/2006/main">
              <a:ext uri="{FF2B5EF4-FFF2-40B4-BE49-F238E27FC236}">
                <a16:creationId xmlns:a16="http://schemas.microsoft.com/office/drawing/2014/main" id="{62E850ED-5546-47AF-A00F-F41A4BC48B83}"/>
              </a:ext>
            </a:extLst>
          </p:cNvPr>
          <p:cNvSpPr>
            <a:spLocks xmlns:a="http://schemas.openxmlformats.org/drawingml/2006/main" noGrp="1"/>
          </p:cNvSpPr>
          <p:nvPr/>
        </p:nvSpPr>
        <p:spPr>
          <a:xfrm xmlns:a="http://schemas.openxmlformats.org/drawingml/2006/main">
            <a:off x="6858000" y="4619625"/>
            <a:ext cx="46482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4213D"/>
                </a:solidFill>
                <a:latin typeface="Arial"/>
                <a:ea typeface="Arial"/>
                <a:cs typeface="Arial"/>
              </a:defRPr>
            </a:defPPr>
            <a:lvl1pPr>
              <a:defRPr sz="1875">
                <a:solidFill>
                  <a:srgbClr val="14213D"/>
                </a:solidFill>
                <a:latin typeface="Arial"/>
                <a:ea typeface="Arial"/>
                <a:cs typeface="Arial"/>
              </a:defRPr>
            </a:lvl1pPr>
            <a:lvl2pPr>
              <a:defRPr sz="1875">
                <a:solidFill>
                  <a:srgbClr val="14213D"/>
                </a:solidFill>
                <a:latin typeface="Arial"/>
                <a:ea typeface="Arial"/>
                <a:cs typeface="Arial"/>
              </a:defRPr>
            </a:lvl2pPr>
            <a:lvl3pPr>
              <a:defRPr sz="1875">
                <a:solidFill>
                  <a:srgbClr val="14213D"/>
                </a:solidFill>
                <a:latin typeface="Arial"/>
                <a:ea typeface="Arial"/>
                <a:cs typeface="Arial"/>
              </a:defRPr>
            </a:lvl3pPr>
            <a:lvl4pPr>
              <a:defRPr sz="1875">
                <a:solidFill>
                  <a:srgbClr val="14213D"/>
                </a:solidFill>
                <a:latin typeface="Arial"/>
                <a:ea typeface="Arial"/>
                <a:cs typeface="Arial"/>
              </a:defRPr>
            </a:lvl4pPr>
            <a:lvl5pPr>
              <a:defRPr sz="1875">
                <a:solidFill>
                  <a:srgbClr val="14213D"/>
                </a:solidFill>
                <a:latin typeface="Arial"/>
                <a:ea typeface="Arial"/>
                <a:cs typeface="Arial"/>
              </a:defRPr>
            </a:lvl5pPr>
            <a:lvl6pPr>
              <a:defRPr sz="1875">
                <a:solidFill>
                  <a:srgbClr val="14213D"/>
                </a:solidFill>
                <a:latin typeface="Arial"/>
                <a:ea typeface="Arial"/>
                <a:cs typeface="Arial"/>
              </a:defRPr>
            </a:lvl6pPr>
            <a:lvl7pPr>
              <a:defRPr sz="1875">
                <a:solidFill>
                  <a:srgbClr val="14213D"/>
                </a:solidFill>
                <a:latin typeface="Arial"/>
                <a:ea typeface="Arial"/>
                <a:cs typeface="Arial"/>
              </a:defRPr>
            </a:lvl7pPr>
            <a:lvl8pPr>
              <a:defRPr sz="1875">
                <a:solidFill>
                  <a:srgbClr val="14213D"/>
                </a:solidFill>
                <a:latin typeface="Arial"/>
                <a:ea typeface="Arial"/>
                <a:cs typeface="Arial"/>
              </a:defRPr>
            </a:lvl8pPr>
            <a:lvl9pPr>
              <a:defRPr sz="1875">
                <a:solidFill>
                  <a:srgbClr val="14213D"/>
                </a:solidFill>
                <a:latin typeface="Arial"/>
                <a:ea typeface="Arial"/>
                <a:cs typeface="Arial"/>
              </a:defRPr>
            </a:lvl9pPr>
          </a:lstStyle>
          <a:p xmlns:a="http://schemas.openxmlformats.org/drawingml/2006/main">
            <a:pPr>
              <a:defRPr sz="1875">
                <a:solidFill>
                  <a:srgbClr val="14213D"/>
                </a:solidFill>
                <a:latin typeface="Arial"/>
                <a:ea typeface="Arial"/>
                <a:cs typeface="Arial"/>
              </a:defRPr>
            </a:pPr>
            <a:r>
              <a:rPr sz="1875">
                <a:solidFill>
                  <a:srgbClr val="14213D"/>
                </a:solidFill>
                <a:latin typeface="Arial"/>
                <a:ea typeface="Arial"/>
                <a:cs typeface="Arial"/>
              </a:rPr>
              <a:t>Add and delete saved entries.</a:t>
            </a:r>
          </a:p>
          <a:p xmlns:a="http://schemas.openxmlformats.org/drawingml/2006/main">
            <a:pPr>
              <a:defRPr sz="1875">
                <a:solidFill>
                  <a:srgbClr val="14213D"/>
                </a:solidFill>
                <a:latin typeface="Arial"/>
                <a:ea typeface="Arial"/>
                <a:cs typeface="Arial"/>
              </a:defRPr>
            </a:pPr>
            <a:r>
              <a:rPr sz="1875">
                <a:solidFill>
                  <a:srgbClr val="14213D"/>
                </a:solidFill>
                <a:latin typeface="Arial"/>
                <a:ea typeface="Arial"/>
                <a:cs typeface="Arial"/>
              </a:rPr>
              <a:t>Set or reset the monthly budget.</a:t>
            </a:r>
          </a:p>
          <a:p xmlns:a="http://schemas.openxmlformats.org/drawingml/2006/main">
            <a:pPr>
              <a:defRPr sz="1875">
                <a:solidFill>
                  <a:srgbClr val="14213D"/>
                </a:solidFill>
                <a:latin typeface="Arial"/>
                <a:ea typeface="Arial"/>
                <a:cs typeface="Arial"/>
              </a:defRPr>
            </a:pPr>
            <a:r>
              <a:rPr sz="1875">
                <a:solidFill>
                  <a:srgbClr val="14213D"/>
                </a:solidFill>
                <a:latin typeface="Arial"/>
                <a:ea typeface="Arial"/>
                <a:cs typeface="Arial"/>
              </a:rPr>
              <a:t>Amounts use Decimal validation.</a:t>
            </a:r>
          </a:p>
        </p:txBody>
      </p:sp>
      <p:sp>
        <p:nvSpPr>
          <p:cNvPr id="8" name="expense-boundary">
            <a:extLst xmlns:a="http://schemas.openxmlformats.org/drawingml/2006/main">
              <a:ext uri="{FF2B5EF4-FFF2-40B4-BE49-F238E27FC236}">
                <a16:creationId xmlns:a16="http://schemas.microsoft.com/office/drawing/2014/main" id="{35AB26FE-07F5-4DD9-85ED-F4B9A9EE5AE3}"/>
              </a:ext>
            </a:extLst>
          </p:cNvPr>
          <p:cNvSpPr>
            <a:spLocks xmlns:a="http://schemas.openxmlformats.org/drawingml/2006/main" noGrp="1"/>
          </p:cNvSpPr>
          <p:nvPr/>
        </p:nvSpPr>
        <p:spPr>
          <a:xfrm xmlns:a="http://schemas.openxmlformats.org/drawingml/2006/main">
            <a:off x="685800" y="5905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54647B"/>
                </a:solidFill>
                <a:latin typeface="Arial"/>
                <a:ea typeface="Arial"/>
                <a:cs typeface="Arial"/>
              </a:defRPr>
            </a:defPPr>
            <a:lvl1pPr>
              <a:defRPr sz="1725">
                <a:solidFill>
                  <a:srgbClr val="54647B"/>
                </a:solidFill>
                <a:latin typeface="Arial"/>
                <a:ea typeface="Arial"/>
                <a:cs typeface="Arial"/>
              </a:defRPr>
            </a:lvl1pPr>
            <a:lvl2pPr>
              <a:defRPr sz="1725">
                <a:solidFill>
                  <a:srgbClr val="54647B"/>
                </a:solidFill>
                <a:latin typeface="Arial"/>
                <a:ea typeface="Arial"/>
                <a:cs typeface="Arial"/>
              </a:defRPr>
            </a:lvl2pPr>
            <a:lvl3pPr>
              <a:defRPr sz="1725">
                <a:solidFill>
                  <a:srgbClr val="54647B"/>
                </a:solidFill>
                <a:latin typeface="Arial"/>
                <a:ea typeface="Arial"/>
                <a:cs typeface="Arial"/>
              </a:defRPr>
            </a:lvl3pPr>
            <a:lvl4pPr>
              <a:defRPr sz="1725">
                <a:solidFill>
                  <a:srgbClr val="54647B"/>
                </a:solidFill>
                <a:latin typeface="Arial"/>
                <a:ea typeface="Arial"/>
                <a:cs typeface="Arial"/>
              </a:defRPr>
            </a:lvl4pPr>
            <a:lvl5pPr>
              <a:defRPr sz="1725">
                <a:solidFill>
                  <a:srgbClr val="54647B"/>
                </a:solidFill>
                <a:latin typeface="Arial"/>
                <a:ea typeface="Arial"/>
                <a:cs typeface="Arial"/>
              </a:defRPr>
            </a:lvl5pPr>
            <a:lvl6pPr>
              <a:defRPr sz="1725">
                <a:solidFill>
                  <a:srgbClr val="54647B"/>
                </a:solidFill>
                <a:latin typeface="Arial"/>
                <a:ea typeface="Arial"/>
                <a:cs typeface="Arial"/>
              </a:defRPr>
            </a:lvl6pPr>
            <a:lvl7pPr>
              <a:defRPr sz="1725">
                <a:solidFill>
                  <a:srgbClr val="54647B"/>
                </a:solidFill>
                <a:latin typeface="Arial"/>
                <a:ea typeface="Arial"/>
                <a:cs typeface="Arial"/>
              </a:defRPr>
            </a:lvl7pPr>
            <a:lvl8pPr>
              <a:defRPr sz="1725">
                <a:solidFill>
                  <a:srgbClr val="54647B"/>
                </a:solidFill>
                <a:latin typeface="Arial"/>
                <a:ea typeface="Arial"/>
                <a:cs typeface="Arial"/>
              </a:defRPr>
            </a:lvl8pPr>
            <a:lvl9pPr>
              <a:defRPr sz="1725">
                <a:solidFill>
                  <a:srgbClr val="54647B"/>
                </a:solidFill>
                <a:latin typeface="Arial"/>
                <a:ea typeface="Arial"/>
                <a:cs typeface="Arial"/>
              </a:defRPr>
            </a:lvl9pPr>
          </a:lstStyle>
          <a:p xmlns:a="http://schemas.openxmlformats.org/drawingml/2006/main">
            <a:pPr>
              <a:defRPr sz="1725">
                <a:solidFill>
                  <a:srgbClr val="54647B"/>
                </a:solidFill>
                <a:latin typeface="Arial"/>
                <a:ea typeface="Arial"/>
                <a:cs typeface="Arial"/>
              </a:defRPr>
            </a:pPr>
            <a:r>
              <a:rPr sz="1725">
                <a:solidFill>
                  <a:srgbClr val="54647B"/>
                </a:solidFill>
                <a:latin typeface="Arial"/>
                <a:ea typeface="Arial"/>
                <a:cs typeface="Arial"/>
              </a:rPr>
              <a:t>Ownership follows the current browser session. Account login and cross-device sync are outside scope.</a:t>
            </a:r>
          </a:p>
        </p:txBody>
      </p:sp>
    </p:spTree>
    <p:extLst>
      <p:ext uri="{BB962C8B-B14F-4D97-AF65-F5344CB8AC3E}">
        <p14:creationId xmlns:p14="http://schemas.microsoft.com/office/powerpoint/2010/main" val="1546879420"/>
      </p:ext>
    </p:extLst>
  </p:cSld>
</p:sld>
</file>

<file path=ppt/slides/slide8.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7" name="accent">
            <a:extLst xmlns:a="http://schemas.openxmlformats.org/drawingml/2006/main">
              <a:ext uri="{FF2B5EF4-FFF2-40B4-BE49-F238E27FC236}">
                <a16:creationId xmlns:a16="http://schemas.microsoft.com/office/drawing/2014/main" id="{1F3037A9-278D-49FC-94FB-E22D2973217F}"/>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4F92299-EE22-418C-8626-AF5F5026CA09}"/>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Verification covers the deployed app</a:t>
            </a:r>
          </a:p>
        </p:txBody>
      </p:sp>
      <p:sp>
        <p:nvSpPr>
          <p:cNvPr id="3" name="number">
            <a:extLst xmlns:a="http://schemas.openxmlformats.org/drawingml/2006/main">
              <a:ext uri="{FF2B5EF4-FFF2-40B4-BE49-F238E27FC236}">
                <a16:creationId xmlns:a16="http://schemas.microsoft.com/office/drawing/2014/main" id="{C021F63E-0459-48A7-9A77-85D2F9803EAE}"/>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08</a:t>
            </a:r>
          </a:p>
        </p:txBody>
      </p:sp>
      <p:sp>
        <p:nvSpPr>
          <p:cNvPr id="4" name="verification-headline">
            <a:extLst xmlns:a="http://schemas.openxmlformats.org/drawingml/2006/main">
              <a:ext uri="{FF2B5EF4-FFF2-40B4-BE49-F238E27FC236}">
                <a16:creationId xmlns:a16="http://schemas.microsoft.com/office/drawing/2014/main" id="{2F9F0B85-12A8-4140-A916-FD2B0028E79E}"/>
              </a:ext>
            </a:extLst>
          </p:cNvPr>
          <p:cNvSpPr>
            <a:spLocks xmlns:a="http://schemas.openxmlformats.org/drawingml/2006/main" noGrp="1"/>
          </p:cNvSpPr>
          <p:nvPr/>
        </p:nvSpPr>
        <p:spPr>
          <a:xfrm xmlns:a="http://schemas.openxmlformats.org/drawingml/2006/main">
            <a:off x="685800" y="13811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E78FF"/>
                </a:solidFill>
                <a:latin typeface="Arial"/>
                <a:ea typeface="Arial"/>
                <a:cs typeface="Arial"/>
              </a:defRPr>
            </a:defPPr>
            <a:lvl1pPr>
              <a:defRPr sz="2325" b="1">
                <a:solidFill>
                  <a:srgbClr val="3E78FF"/>
                </a:solidFill>
                <a:latin typeface="Arial"/>
                <a:ea typeface="Arial"/>
                <a:cs typeface="Arial"/>
              </a:defRPr>
            </a:lvl1pPr>
            <a:lvl2pPr>
              <a:defRPr sz="2325" b="1">
                <a:solidFill>
                  <a:srgbClr val="3E78FF"/>
                </a:solidFill>
                <a:latin typeface="Arial"/>
                <a:ea typeface="Arial"/>
                <a:cs typeface="Arial"/>
              </a:defRPr>
            </a:lvl2pPr>
            <a:lvl3pPr>
              <a:defRPr sz="2325" b="1">
                <a:solidFill>
                  <a:srgbClr val="3E78FF"/>
                </a:solidFill>
                <a:latin typeface="Arial"/>
                <a:ea typeface="Arial"/>
                <a:cs typeface="Arial"/>
              </a:defRPr>
            </a:lvl3pPr>
            <a:lvl4pPr>
              <a:defRPr sz="2325" b="1">
                <a:solidFill>
                  <a:srgbClr val="3E78FF"/>
                </a:solidFill>
                <a:latin typeface="Arial"/>
                <a:ea typeface="Arial"/>
                <a:cs typeface="Arial"/>
              </a:defRPr>
            </a:lvl4pPr>
            <a:lvl5pPr>
              <a:defRPr sz="2325" b="1">
                <a:solidFill>
                  <a:srgbClr val="3E78FF"/>
                </a:solidFill>
                <a:latin typeface="Arial"/>
                <a:ea typeface="Arial"/>
                <a:cs typeface="Arial"/>
              </a:defRPr>
            </a:lvl5pPr>
            <a:lvl6pPr>
              <a:defRPr sz="2325" b="1">
                <a:solidFill>
                  <a:srgbClr val="3E78FF"/>
                </a:solidFill>
                <a:latin typeface="Arial"/>
                <a:ea typeface="Arial"/>
                <a:cs typeface="Arial"/>
              </a:defRPr>
            </a:lvl6pPr>
            <a:lvl7pPr>
              <a:defRPr sz="2325" b="1">
                <a:solidFill>
                  <a:srgbClr val="3E78FF"/>
                </a:solidFill>
                <a:latin typeface="Arial"/>
                <a:ea typeface="Arial"/>
                <a:cs typeface="Arial"/>
              </a:defRPr>
            </a:lvl7pPr>
            <a:lvl8pPr>
              <a:defRPr sz="2325" b="1">
                <a:solidFill>
                  <a:srgbClr val="3E78FF"/>
                </a:solidFill>
                <a:latin typeface="Arial"/>
                <a:ea typeface="Arial"/>
                <a:cs typeface="Arial"/>
              </a:defRPr>
            </a:lvl8pPr>
            <a:lvl9pPr>
              <a:defRPr sz="2325" b="1">
                <a:solidFill>
                  <a:srgbClr val="3E78FF"/>
                </a:solidFill>
                <a:latin typeface="Arial"/>
                <a:ea typeface="Arial"/>
                <a:cs typeface="Arial"/>
              </a:defRPr>
            </a:lvl9pPr>
          </a:lstStyle>
          <a:p xmlns:a="http://schemas.openxmlformats.org/drawingml/2006/main">
            <a:pPr>
              <a:defRPr sz="2325" b="1">
                <a:solidFill>
                  <a:srgbClr val="3E78FF"/>
                </a:solidFill>
                <a:latin typeface="Arial"/>
                <a:ea typeface="Arial"/>
                <a:cs typeface="Arial"/>
              </a:defRPr>
            </a:pPr>
            <a:r>
              <a:rPr sz="2325" b="1">
                <a:solidFill>
                  <a:srgbClr val="3E78FF"/>
                </a:solidFill>
                <a:latin typeface="Arial"/>
                <a:ea typeface="Arial"/>
                <a:cs typeface="Arial"/>
              </a:rPr>
              <a:t>28 tests passed locally and in GitHub Actions</a:t>
            </a:r>
          </a:p>
        </p:txBody>
      </p:sp>
      <p:graphicFrame>
        <p:nvGraphicFramePr>
          <p:cNvPr id="5" name="">
            <a:extLst xmlns:a="http://schemas.openxmlformats.org/drawingml/2006/main">
              <a:ext uri="{FF2B5EF4-FFF2-40B4-BE49-F238E27FC236}">
                <a16:creationId xmlns:a16="http://schemas.microsoft.com/office/drawing/2014/main" id="{2CF298A2-373B-4B02-9C07-CA48E07D4BD5}"/>
              </a:ext>
            </a:extLst>
          </p:cNvPr>
          <p:cNvGraphicFramePr/>
          <p:nvPr/>
        </p:nvGraphicFramePr>
        <p:xfrm>
          <a:off xmlns:a="http://schemas.openxmlformats.org/drawingml/2006/main" x="685800" y="2266950"/>
          <a:ext xmlns:a="http://schemas.openxmlformats.org/drawingml/2006/main" cx="10820400" cy="3295650"/>
        </p:xfrm>
        <a:graphic xmlns:a="http://schemas.openxmlformats.org/drawingml/2006/main">
          <a:graphicData uri="http://schemas.openxmlformats.org/drawingml/2006/table">
            <a:tbl>
              <a:tblPr/>
              <a:tblGrid>
                <a:gridCol w="3238500"/>
                <a:gridCol w="7581900"/>
              </a:tblGrid>
              <a:tr h="549275">
                <a:tc>
                  <a:txBody>
                    <a:bodyPr lIns="133350" tIns="133350" rIns="133350" bIns="133350">
                      <a:noAutofit/>
                    </a:bodyPr>
                    <a:lstStyle/>
                    <a:p>
                      <a:r>
                        <a:rPr sz="1725" b="1">
                          <a:solidFill>
                            <a:srgbClr val="FFFFFF"/>
                          </a:solidFill>
                          <a:latin typeface="Arial"/>
                          <a:ea typeface="Arial"/>
                          <a:cs typeface="Arial"/>
                        </a:rPr>
                        <a:t>Area</a:t>
                      </a:r>
                    </a:p>
                  </a:txBody>
                  <a:tcPr marL="91440" marR="91440" marT="45720" marB="45720" anchor="ctr">
                    <a:lnL w="9525">
                      <a:solidFill>
                        <a:srgbClr val="CBD7EA"/>
                      </a:solidFill>
                      <a:prstDash val="solid"/>
                    </a:lnL>
                    <a:lnR w="9525">
                      <a:solidFill>
                        <a:srgbClr val="CBD7EA"/>
                      </a:solidFill>
                      <a:prstDash val="solid"/>
                    </a:lnR>
                    <a:lnT w="9525">
                      <a:solidFill>
                        <a:srgbClr val="CBD7EA"/>
                      </a:solidFill>
                      <a:prstDash val="solid"/>
                    </a:lnT>
                    <a:lnB w="9525">
                      <a:solidFill>
                        <a:srgbClr val="CBD7EA"/>
                      </a:solidFill>
                      <a:prstDash val="solid"/>
                    </a:lnB>
                    <a:solidFill>
                      <a:srgbClr val="101A33"/>
                    </a:solidFill>
                  </a:tcPr>
                </a:tc>
                <a:tc>
                  <a:txBody>
                    <a:bodyPr lIns="133350" tIns="133350" rIns="133350" bIns="133350">
                      <a:noAutofit/>
                    </a:bodyPr>
                    <a:lstStyle/>
                    <a:p>
                      <a:r>
                        <a:rPr sz="1725" b="1">
                          <a:solidFill>
                            <a:srgbClr val="FFFFFF"/>
                          </a:solidFill>
                          <a:latin typeface="Arial"/>
                          <a:ea typeface="Arial"/>
                          <a:cs typeface="Arial"/>
                        </a:rPr>
                        <a:t>Recorded evidence</a:t>
                      </a:r>
                    </a:p>
                  </a:txBody>
                  <a:tcPr marL="91440" marR="91440" marT="45720" marB="45720" anchor="ctr">
                    <a:lnR w="9525">
                      <a:solidFill>
                        <a:srgbClr val="CBD7EA"/>
                      </a:solidFill>
                      <a:prstDash val="solid"/>
                    </a:lnR>
                    <a:lnT w="9525">
                      <a:solidFill>
                        <a:srgbClr val="CBD7EA"/>
                      </a:solidFill>
                      <a:prstDash val="solid"/>
                    </a:lnT>
                    <a:lnB w="9525">
                      <a:solidFill>
                        <a:srgbClr val="CBD7EA"/>
                      </a:solidFill>
                      <a:prstDash val="solid"/>
                    </a:lnB>
                    <a:solidFill>
                      <a:srgbClr val="101A33"/>
                    </a:solidFill>
                  </a:tcPr>
                </a:tc>
              </a:tr>
              <a:tr h="549275">
                <a:tc>
                  <a:txBody>
                    <a:bodyPr lIns="133350" tIns="133350" rIns="133350" bIns="133350">
                      <a:noAutofit/>
                    </a:bodyPr>
                    <a:lstStyle/>
                    <a:p>
                      <a:r>
                        <a:rPr sz="1725" b="0">
                          <a:solidFill>
                            <a:srgbClr val="14213D"/>
                          </a:solidFill>
                          <a:latin typeface="Arial"/>
                          <a:ea typeface="Arial"/>
                          <a:cs typeface="Arial"/>
                        </a:rPr>
                        <a:t>Backend and CI</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725" b="0">
                          <a:solidFill>
                            <a:srgbClr val="14213D"/>
                          </a:solidFill>
                          <a:latin typeface="Arial"/>
                          <a:ea typeface="Arial"/>
                          <a:cs typeface="Arial"/>
                        </a:rPr>
                        <a:t>28 tests plus Ruff lint and format checks passed</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r h="549275">
                <a:tc>
                  <a:txBody>
                    <a:bodyPr lIns="133350" tIns="133350" rIns="133350" bIns="133350">
                      <a:noAutofit/>
                    </a:bodyPr>
                    <a:lstStyle/>
                    <a:p>
                      <a:r>
                        <a:rPr sz="1725" b="0">
                          <a:solidFill>
                            <a:srgbClr val="14213D"/>
                          </a:solidFill>
                          <a:latin typeface="Arial"/>
                          <a:ea typeface="Arial"/>
                          <a:cs typeface="Arial"/>
                        </a:rPr>
                        <a:t>Django checks</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EEF4FF"/>
                    </a:solidFill>
                  </a:tcPr>
                </a:tc>
                <a:tc>
                  <a:txBody>
                    <a:bodyPr lIns="133350" tIns="133350" rIns="133350" bIns="133350">
                      <a:noAutofit/>
                    </a:bodyPr>
                    <a:lstStyle/>
                    <a:p>
                      <a:r>
                        <a:rPr sz="1725" b="0">
                          <a:solidFill>
                            <a:srgbClr val="14213D"/>
                          </a:solidFill>
                          <a:latin typeface="Arial"/>
                          <a:ea typeface="Arial"/>
                          <a:cs typeface="Arial"/>
                        </a:rPr>
                        <a:t>No system-check issues; no migration drift</a:t>
                      </a:r>
                    </a:p>
                  </a:txBody>
                  <a:tcPr marL="91440" marR="91440" marT="45720" marB="45720" anchor="ctr">
                    <a:lnR w="9525">
                      <a:solidFill>
                        <a:srgbClr val="CBD7EA"/>
                      </a:solidFill>
                      <a:prstDash val="solid"/>
                    </a:lnR>
                    <a:lnB w="9525">
                      <a:solidFill>
                        <a:srgbClr val="CBD7EA"/>
                      </a:solidFill>
                      <a:prstDash val="solid"/>
                    </a:lnB>
                    <a:solidFill>
                      <a:srgbClr val="EEF4FF"/>
                    </a:solidFill>
                  </a:tcPr>
                </a:tc>
              </a:tr>
              <a:tr h="549275">
                <a:tc>
                  <a:txBody>
                    <a:bodyPr lIns="133350" tIns="133350" rIns="133350" bIns="133350">
                      <a:noAutofit/>
                    </a:bodyPr>
                    <a:lstStyle/>
                    <a:p>
                      <a:r>
                        <a:rPr sz="1725" b="0">
                          <a:solidFill>
                            <a:srgbClr val="14213D"/>
                          </a:solidFill>
                          <a:latin typeface="Arial"/>
                          <a:ea typeface="Arial"/>
                          <a:cs typeface="Arial"/>
                        </a:rPr>
                        <a:t>Hosted storage</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725" b="0">
                          <a:solidFill>
                            <a:srgbClr val="14213D"/>
                          </a:solidFill>
                          <a:latin typeface="Arial"/>
                          <a:ea typeface="Arial"/>
                          <a:cs typeface="Arial"/>
                        </a:rPr>
                        <a:t>Neon PostgreSQL with TLS; migrations completed</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r h="549275">
                <a:tc>
                  <a:txBody>
                    <a:bodyPr lIns="133350" tIns="133350" rIns="133350" bIns="133350">
                      <a:noAutofit/>
                    </a:bodyPr>
                    <a:lstStyle/>
                    <a:p>
                      <a:r>
                        <a:rPr sz="1725" b="0">
                          <a:solidFill>
                            <a:srgbClr val="14213D"/>
                          </a:solidFill>
                          <a:latin typeface="Arial"/>
                          <a:ea typeface="Arial"/>
                          <a:cs typeface="Arial"/>
                        </a:rPr>
                        <a:t>Public browser QA</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EEF4FF"/>
                    </a:solidFill>
                  </a:tcPr>
                </a:tc>
                <a:tc>
                  <a:txBody>
                    <a:bodyPr lIns="133350" tIns="133350" rIns="133350" bIns="133350">
                      <a:noAutofit/>
                    </a:bodyPr>
                    <a:lstStyle/>
                    <a:p>
                      <a:r>
                        <a:rPr sz="1725" b="0">
                          <a:solidFill>
                            <a:srgbClr val="14213D"/>
                          </a:solidFill>
                          <a:latin typeface="Arial"/>
                          <a:ea typeface="Arial"/>
                          <a:cs typeface="Arial"/>
                        </a:rPr>
                        <a:t>All tools, uploads, expenses and session isolation</a:t>
                      </a:r>
                    </a:p>
                  </a:txBody>
                  <a:tcPr marL="91440" marR="91440" marT="45720" marB="45720" anchor="ctr">
                    <a:lnR w="9525">
                      <a:solidFill>
                        <a:srgbClr val="CBD7EA"/>
                      </a:solidFill>
                      <a:prstDash val="solid"/>
                    </a:lnR>
                    <a:lnB w="9525">
                      <a:solidFill>
                        <a:srgbClr val="CBD7EA"/>
                      </a:solidFill>
                      <a:prstDash val="solid"/>
                    </a:lnB>
                    <a:solidFill>
                      <a:srgbClr val="EEF4FF"/>
                    </a:solidFill>
                  </a:tcPr>
                </a:tc>
              </a:tr>
              <a:tr h="549275">
                <a:tc>
                  <a:txBody>
                    <a:bodyPr lIns="133350" tIns="133350" rIns="133350" bIns="133350">
                      <a:noAutofit/>
                    </a:bodyPr>
                    <a:lstStyle/>
                    <a:p>
                      <a:r>
                        <a:rPr sz="1725" b="0">
                          <a:solidFill>
                            <a:srgbClr val="14213D"/>
                          </a:solidFill>
                          <a:latin typeface="Arial"/>
                          <a:ea typeface="Arial"/>
                          <a:cs typeface="Arial"/>
                        </a:rPr>
                        <a:t>Responsive checks</a:t>
                      </a:r>
                    </a:p>
                  </a:txBody>
                  <a:tcPr marL="91440" marR="91440" marT="45720" marB="45720" anchor="ctr">
                    <a:lnL w="9525">
                      <a:solidFill>
                        <a:srgbClr val="CBD7EA"/>
                      </a:solidFill>
                      <a:prstDash val="solid"/>
                    </a:lnL>
                    <a:lnR w="9525">
                      <a:solidFill>
                        <a:srgbClr val="CBD7EA"/>
                      </a:solidFill>
                      <a:prstDash val="solid"/>
                    </a:lnR>
                    <a:lnB w="9525">
                      <a:solidFill>
                        <a:srgbClr val="CBD7EA"/>
                      </a:solidFill>
                      <a:prstDash val="solid"/>
                    </a:lnB>
                    <a:solidFill>
                      <a:srgbClr val="FFFFFF"/>
                    </a:solidFill>
                  </a:tcPr>
                </a:tc>
                <a:tc>
                  <a:txBody>
                    <a:bodyPr lIns="133350" tIns="133350" rIns="133350" bIns="133350">
                      <a:noAutofit/>
                    </a:bodyPr>
                    <a:lstStyle/>
                    <a:p>
                      <a:r>
                        <a:rPr sz="1725" b="0">
                          <a:solidFill>
                            <a:srgbClr val="14213D"/>
                          </a:solidFill>
                          <a:latin typeface="Arial"/>
                          <a:ea typeface="Arial"/>
                          <a:cs typeface="Arial"/>
                        </a:rPr>
                        <a:t>Six routes at desktop and mobile widths</a:t>
                      </a:r>
                    </a:p>
                  </a:txBody>
                  <a:tcPr marL="91440" marR="91440" marT="45720" marB="45720" anchor="ctr">
                    <a:lnR w="9525">
                      <a:solidFill>
                        <a:srgbClr val="CBD7EA"/>
                      </a:solidFill>
                      <a:prstDash val="solid"/>
                    </a:lnR>
                    <a:lnB w="9525">
                      <a:solidFill>
                        <a:srgbClr val="CBD7EA"/>
                      </a:solidFill>
                      <a:prstDash val="solid"/>
                    </a:lnB>
                    <a:solidFill>
                      <a:srgbClr val="FFFFFF"/>
                    </a:solidFill>
                  </a:tcPr>
                </a:tc>
              </a:tr>
            </a:tbl>
          </a:graphicData>
        </a:graphic>
      </p:graphicFrame>
      <p:sp>
        <p:nvSpPr>
          <p:cNvPr id="6" name="verification-boundary">
            <a:extLst xmlns:a="http://schemas.openxmlformats.org/drawingml/2006/main">
              <a:ext uri="{FF2B5EF4-FFF2-40B4-BE49-F238E27FC236}">
                <a16:creationId xmlns:a16="http://schemas.microsoft.com/office/drawing/2014/main" id="{9F3F0B6C-63B9-4FED-ADC9-E16A5E535E70}"/>
              </a:ext>
            </a:extLst>
          </p:cNvPr>
          <p:cNvSpPr>
            <a:spLocks xmlns:a="http://schemas.openxmlformats.org/drawingml/2006/main" noGrp="1"/>
          </p:cNvSpPr>
          <p:nvPr/>
        </p:nvSpPr>
        <p:spPr>
          <a:xfrm xmlns:a="http://schemas.openxmlformats.org/drawingml/2006/main">
            <a:off x="685800" y="5810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54647B"/>
                </a:solidFill>
                <a:latin typeface="Arial"/>
                <a:ea typeface="Arial"/>
                <a:cs typeface="Arial"/>
              </a:defRPr>
            </a:defPPr>
            <a:lvl1pPr>
              <a:defRPr sz="1800">
                <a:solidFill>
                  <a:srgbClr val="54647B"/>
                </a:solidFill>
                <a:latin typeface="Arial"/>
                <a:ea typeface="Arial"/>
                <a:cs typeface="Arial"/>
              </a:defRPr>
            </a:lvl1pPr>
            <a:lvl2pPr>
              <a:defRPr sz="1800">
                <a:solidFill>
                  <a:srgbClr val="54647B"/>
                </a:solidFill>
                <a:latin typeface="Arial"/>
                <a:ea typeface="Arial"/>
                <a:cs typeface="Arial"/>
              </a:defRPr>
            </a:lvl2pPr>
            <a:lvl3pPr>
              <a:defRPr sz="1800">
                <a:solidFill>
                  <a:srgbClr val="54647B"/>
                </a:solidFill>
                <a:latin typeface="Arial"/>
                <a:ea typeface="Arial"/>
                <a:cs typeface="Arial"/>
              </a:defRPr>
            </a:lvl3pPr>
            <a:lvl4pPr>
              <a:defRPr sz="1800">
                <a:solidFill>
                  <a:srgbClr val="54647B"/>
                </a:solidFill>
                <a:latin typeface="Arial"/>
                <a:ea typeface="Arial"/>
                <a:cs typeface="Arial"/>
              </a:defRPr>
            </a:lvl4pPr>
            <a:lvl5pPr>
              <a:defRPr sz="1800">
                <a:solidFill>
                  <a:srgbClr val="54647B"/>
                </a:solidFill>
                <a:latin typeface="Arial"/>
                <a:ea typeface="Arial"/>
                <a:cs typeface="Arial"/>
              </a:defRPr>
            </a:lvl5pPr>
            <a:lvl6pPr>
              <a:defRPr sz="1800">
                <a:solidFill>
                  <a:srgbClr val="54647B"/>
                </a:solidFill>
                <a:latin typeface="Arial"/>
                <a:ea typeface="Arial"/>
                <a:cs typeface="Arial"/>
              </a:defRPr>
            </a:lvl6pPr>
            <a:lvl7pPr>
              <a:defRPr sz="1800">
                <a:solidFill>
                  <a:srgbClr val="54647B"/>
                </a:solidFill>
                <a:latin typeface="Arial"/>
                <a:ea typeface="Arial"/>
                <a:cs typeface="Arial"/>
              </a:defRPr>
            </a:lvl7pPr>
            <a:lvl8pPr>
              <a:defRPr sz="1800">
                <a:solidFill>
                  <a:srgbClr val="54647B"/>
                </a:solidFill>
                <a:latin typeface="Arial"/>
                <a:ea typeface="Arial"/>
                <a:cs typeface="Arial"/>
              </a:defRPr>
            </a:lvl8pPr>
            <a:lvl9pPr>
              <a:defRPr sz="1800">
                <a:solidFill>
                  <a:srgbClr val="54647B"/>
                </a:solidFill>
                <a:latin typeface="Arial"/>
                <a:ea typeface="Arial"/>
                <a:cs typeface="Arial"/>
              </a:defRPr>
            </a:lvl9pPr>
          </a:lstStyle>
          <a:p xmlns:a="http://schemas.openxmlformats.org/drawingml/2006/main">
            <a:pPr>
              <a:defRPr sz="1800">
                <a:solidFill>
                  <a:srgbClr val="54647B"/>
                </a:solidFill>
                <a:latin typeface="Arial"/>
                <a:ea typeface="Arial"/>
                <a:cs typeface="Arial"/>
              </a:defRPr>
            </a:pPr>
            <a:r>
              <a:rPr sz="1800">
                <a:solidFill>
                  <a:srgbClr val="54647B"/>
                </a:solidFill>
                <a:latin typeface="Arial"/>
                <a:ea typeface="Arial"/>
                <a:cs typeface="Arial"/>
              </a:rPr>
              <a:t>No authenticated live-provider call was run. Live request contracts use mocked provider responses.</a:t>
            </a:r>
          </a:p>
        </p:txBody>
      </p:sp>
    </p:spTree>
    <p:extLst>
      <p:ext uri="{BB962C8B-B14F-4D97-AF65-F5344CB8AC3E}">
        <p14:creationId xmlns:p14="http://schemas.microsoft.com/office/powerpoint/2010/main" val="1975419081"/>
      </p:ext>
    </p:extLst>
  </p:cSld>
</p:sld>
</file>

<file path=ppt/slides/slide9.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9" name="accent">
            <a:extLst xmlns:a="http://schemas.openxmlformats.org/drawingml/2006/main">
              <a:ext uri="{FF2B5EF4-FFF2-40B4-BE49-F238E27FC236}">
                <a16:creationId xmlns:a16="http://schemas.microsoft.com/office/drawing/2014/main" id="{37380E96-D03E-4C8A-AEEA-7E7219D9C9C2}"/>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EFE5FE18-E5B0-4E38-B12F-AF396F0A4BE9}"/>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Run locally with an explicit configuration</a:t>
            </a:r>
          </a:p>
        </p:txBody>
      </p:sp>
      <p:sp>
        <p:nvSpPr>
          <p:cNvPr id="3" name="number">
            <a:extLst xmlns:a="http://schemas.openxmlformats.org/drawingml/2006/main">
              <a:ext uri="{FF2B5EF4-FFF2-40B4-BE49-F238E27FC236}">
                <a16:creationId xmlns:a16="http://schemas.microsoft.com/office/drawing/2014/main" id="{47A98524-7393-486C-923D-5D558DEA97A6}"/>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09</a:t>
            </a:r>
          </a:p>
        </p:txBody>
      </p:sp>
      <p:sp>
        <p:nvSpPr>
          <p:cNvPr id="4" name="run-heading">
            <a:extLst xmlns:a="http://schemas.openxmlformats.org/drawingml/2006/main">
              <a:ext uri="{FF2B5EF4-FFF2-40B4-BE49-F238E27FC236}">
                <a16:creationId xmlns:a16="http://schemas.microsoft.com/office/drawing/2014/main" id="{64FE93C6-C6A5-4D91-BB20-B33DACBD62A5}"/>
              </a:ext>
            </a:extLst>
          </p:cNvPr>
          <p:cNvSpPr>
            <a:spLocks xmlns:a="http://schemas.openxmlformats.org/drawingml/2006/main" noGrp="1"/>
          </p:cNvSpPr>
          <p:nvPr/>
        </p:nvSpPr>
        <p:spPr>
          <a:xfrm xmlns:a="http://schemas.openxmlformats.org/drawingml/2006/main">
            <a:off x="685800" y="143827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E78FF"/>
                </a:solidFill>
                <a:latin typeface="Arial"/>
                <a:ea typeface="Arial"/>
                <a:cs typeface="Arial"/>
              </a:defRPr>
            </a:defPPr>
            <a:lvl1pPr>
              <a:defRPr sz="2400" b="1">
                <a:solidFill>
                  <a:srgbClr val="3E78FF"/>
                </a:solidFill>
                <a:latin typeface="Arial"/>
                <a:ea typeface="Arial"/>
                <a:cs typeface="Arial"/>
              </a:defRPr>
            </a:lvl1pPr>
            <a:lvl2pPr>
              <a:defRPr sz="2400" b="1">
                <a:solidFill>
                  <a:srgbClr val="3E78FF"/>
                </a:solidFill>
                <a:latin typeface="Arial"/>
                <a:ea typeface="Arial"/>
                <a:cs typeface="Arial"/>
              </a:defRPr>
            </a:lvl2pPr>
            <a:lvl3pPr>
              <a:defRPr sz="2400" b="1">
                <a:solidFill>
                  <a:srgbClr val="3E78FF"/>
                </a:solidFill>
                <a:latin typeface="Arial"/>
                <a:ea typeface="Arial"/>
                <a:cs typeface="Arial"/>
              </a:defRPr>
            </a:lvl3pPr>
            <a:lvl4pPr>
              <a:defRPr sz="2400" b="1">
                <a:solidFill>
                  <a:srgbClr val="3E78FF"/>
                </a:solidFill>
                <a:latin typeface="Arial"/>
                <a:ea typeface="Arial"/>
                <a:cs typeface="Arial"/>
              </a:defRPr>
            </a:lvl4pPr>
            <a:lvl5pPr>
              <a:defRPr sz="2400" b="1">
                <a:solidFill>
                  <a:srgbClr val="3E78FF"/>
                </a:solidFill>
                <a:latin typeface="Arial"/>
                <a:ea typeface="Arial"/>
                <a:cs typeface="Arial"/>
              </a:defRPr>
            </a:lvl5pPr>
            <a:lvl6pPr>
              <a:defRPr sz="2400" b="1">
                <a:solidFill>
                  <a:srgbClr val="3E78FF"/>
                </a:solidFill>
                <a:latin typeface="Arial"/>
                <a:ea typeface="Arial"/>
                <a:cs typeface="Arial"/>
              </a:defRPr>
            </a:lvl6pPr>
            <a:lvl7pPr>
              <a:defRPr sz="2400" b="1">
                <a:solidFill>
                  <a:srgbClr val="3E78FF"/>
                </a:solidFill>
                <a:latin typeface="Arial"/>
                <a:ea typeface="Arial"/>
                <a:cs typeface="Arial"/>
              </a:defRPr>
            </a:lvl7pPr>
            <a:lvl8pPr>
              <a:defRPr sz="2400" b="1">
                <a:solidFill>
                  <a:srgbClr val="3E78FF"/>
                </a:solidFill>
                <a:latin typeface="Arial"/>
                <a:ea typeface="Arial"/>
                <a:cs typeface="Arial"/>
              </a:defRPr>
            </a:lvl8pPr>
            <a:lvl9pPr>
              <a:defRPr sz="2400" b="1">
                <a:solidFill>
                  <a:srgbClr val="3E78FF"/>
                </a:solidFill>
                <a:latin typeface="Arial"/>
                <a:ea typeface="Arial"/>
                <a:cs typeface="Arial"/>
              </a:defRPr>
            </a:lvl9pPr>
          </a:lstStyle>
          <a:p xmlns:a="http://schemas.openxmlformats.org/drawingml/2006/main">
            <a:pPr>
              <a:defRPr sz="2400" b="1">
                <a:solidFill>
                  <a:srgbClr val="3E78FF"/>
                </a:solidFill>
                <a:latin typeface="Arial"/>
                <a:ea typeface="Arial"/>
                <a:cs typeface="Arial"/>
              </a:defRPr>
            </a:pPr>
            <a:r>
              <a:rPr sz="2400" b="1">
                <a:solidFill>
                  <a:srgbClr val="3E78FF"/>
                </a:solidFill>
                <a:latin typeface="Arial"/>
                <a:ea typeface="Arial"/>
                <a:cs typeface="Arial"/>
              </a:rPr>
              <a:t>Local setup</a:t>
            </a:r>
          </a:p>
        </p:txBody>
      </p:sp>
      <p:sp>
        <p:nvSpPr>
          <p:cNvPr id="5" name="run-commands">
            <a:extLst xmlns:a="http://schemas.openxmlformats.org/drawingml/2006/main">
              <a:ext uri="{FF2B5EF4-FFF2-40B4-BE49-F238E27FC236}">
                <a16:creationId xmlns:a16="http://schemas.microsoft.com/office/drawing/2014/main" id="{EE6C1A0D-9B96-47EC-B939-8687916B303A}"/>
              </a:ext>
            </a:extLst>
          </p:cNvPr>
          <p:cNvSpPr>
            <a:spLocks xmlns:a="http://schemas.openxmlformats.org/drawingml/2006/main" noGrp="1"/>
          </p:cNvSpPr>
          <p:nvPr/>
        </p:nvSpPr>
        <p:spPr>
          <a:xfrm xmlns:a="http://schemas.openxmlformats.org/drawingml/2006/main">
            <a:off x="685800" y="2238375"/>
            <a:ext cx="56197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213D"/>
                </a:solidFill>
                <a:latin typeface="Arial"/>
                <a:ea typeface="Arial"/>
                <a:cs typeface="Arial"/>
              </a:defRPr>
            </a:defPPr>
            <a:lvl1pPr>
              <a:defRPr sz="1800">
                <a:solidFill>
                  <a:srgbClr val="14213D"/>
                </a:solidFill>
                <a:latin typeface="Arial"/>
                <a:ea typeface="Arial"/>
                <a:cs typeface="Arial"/>
              </a:defRPr>
            </a:lvl1pPr>
            <a:lvl2pPr>
              <a:defRPr sz="1800">
                <a:solidFill>
                  <a:srgbClr val="14213D"/>
                </a:solidFill>
                <a:latin typeface="Arial"/>
                <a:ea typeface="Arial"/>
                <a:cs typeface="Arial"/>
              </a:defRPr>
            </a:lvl2pPr>
            <a:lvl3pPr>
              <a:defRPr sz="1800">
                <a:solidFill>
                  <a:srgbClr val="14213D"/>
                </a:solidFill>
                <a:latin typeface="Arial"/>
                <a:ea typeface="Arial"/>
                <a:cs typeface="Arial"/>
              </a:defRPr>
            </a:lvl3pPr>
            <a:lvl4pPr>
              <a:defRPr sz="1800">
                <a:solidFill>
                  <a:srgbClr val="14213D"/>
                </a:solidFill>
                <a:latin typeface="Arial"/>
                <a:ea typeface="Arial"/>
                <a:cs typeface="Arial"/>
              </a:defRPr>
            </a:lvl4pPr>
            <a:lvl5pPr>
              <a:defRPr sz="1800">
                <a:solidFill>
                  <a:srgbClr val="14213D"/>
                </a:solidFill>
                <a:latin typeface="Arial"/>
                <a:ea typeface="Arial"/>
                <a:cs typeface="Arial"/>
              </a:defRPr>
            </a:lvl5pPr>
            <a:lvl6pPr>
              <a:defRPr sz="1800">
                <a:solidFill>
                  <a:srgbClr val="14213D"/>
                </a:solidFill>
                <a:latin typeface="Arial"/>
                <a:ea typeface="Arial"/>
                <a:cs typeface="Arial"/>
              </a:defRPr>
            </a:lvl6pPr>
            <a:lvl7pPr>
              <a:defRPr sz="1800">
                <a:solidFill>
                  <a:srgbClr val="14213D"/>
                </a:solidFill>
                <a:latin typeface="Arial"/>
                <a:ea typeface="Arial"/>
                <a:cs typeface="Arial"/>
              </a:defRPr>
            </a:lvl7pPr>
            <a:lvl8pPr>
              <a:defRPr sz="1800">
                <a:solidFill>
                  <a:srgbClr val="14213D"/>
                </a:solidFill>
                <a:latin typeface="Arial"/>
                <a:ea typeface="Arial"/>
                <a:cs typeface="Arial"/>
              </a:defRPr>
            </a:lvl8pPr>
            <a:lvl9pPr>
              <a:defRPr sz="1800">
                <a:solidFill>
                  <a:srgbClr val="14213D"/>
                </a:solidFill>
                <a:latin typeface="Arial"/>
                <a:ea typeface="Arial"/>
                <a:cs typeface="Arial"/>
              </a:defRPr>
            </a:lvl9pPr>
          </a:lstStyle>
          <a:p xmlns:a="http://schemas.openxmlformats.org/drawingml/2006/main">
            <a:pPr>
              <a:defRPr sz="1800">
                <a:solidFill>
                  <a:srgbClr val="14213D"/>
                </a:solidFill>
                <a:latin typeface="Arial"/>
                <a:ea typeface="Arial"/>
                <a:cs typeface="Arial"/>
              </a:defRPr>
            </a:pPr>
            <a:r>
              <a:rPr sz="1800">
                <a:solidFill>
                  <a:srgbClr val="14213D"/>
                </a:solidFill>
                <a:latin typeface="Arial"/>
                <a:ea typeface="Arial"/>
                <a:cs typeface="Arial"/>
              </a:rPr>
              <a:t>python -m venv .venv</a:t>
            </a:r>
          </a:p>
          <a:p xmlns:a="http://schemas.openxmlformats.org/drawingml/2006/main">
            <a:pPr>
              <a:defRPr sz="1800">
                <a:solidFill>
                  <a:srgbClr val="14213D"/>
                </a:solidFill>
                <a:latin typeface="Arial"/>
                <a:ea typeface="Arial"/>
                <a:cs typeface="Arial"/>
              </a:defRPr>
            </a:pPr>
            <a:r>
              <a:rPr sz="1800">
                <a:solidFill>
                  <a:srgbClr val="14213D"/>
                </a:solidFill>
                <a:latin typeface="Arial"/>
                <a:ea typeface="Arial"/>
                <a:cs typeface="Arial"/>
              </a:rPr>
              <a:t>.venv\Scripts\Activate.ps1</a:t>
            </a:r>
          </a:p>
          <a:p xmlns:a="http://schemas.openxmlformats.org/drawingml/2006/main">
            <a:pPr>
              <a:defRPr sz="1800">
                <a:solidFill>
                  <a:srgbClr val="14213D"/>
                </a:solidFill>
                <a:latin typeface="Arial"/>
                <a:ea typeface="Arial"/>
                <a:cs typeface="Arial"/>
              </a:defRPr>
            </a:pPr>
            <a:r>
              <a:rPr sz="1800">
                <a:solidFill>
                  <a:srgbClr val="14213D"/>
                </a:solidFill>
                <a:latin typeface="Arial"/>
                <a:ea typeface="Arial"/>
                <a:cs typeface="Arial"/>
              </a:rPr>
              <a:t>python -m pip install -r requirements-lock.txt</a:t>
            </a:r>
          </a:p>
          <a:p xmlns:a="http://schemas.openxmlformats.org/drawingml/2006/main">
            <a:pPr>
              <a:defRPr sz="1800">
                <a:solidFill>
                  <a:srgbClr val="14213D"/>
                </a:solidFill>
                <a:latin typeface="Arial"/>
                <a:ea typeface="Arial"/>
                <a:cs typeface="Arial"/>
              </a:defRPr>
            </a:pPr>
            <a:r>
              <a:rPr sz="1800">
                <a:solidFill>
                  <a:srgbClr val="14213D"/>
                </a:solidFill>
                <a:latin typeface="Arial"/>
                <a:ea typeface="Arial"/>
                <a:cs typeface="Arial"/>
              </a:rPr>
              <a:t>python manage.py migrate</a:t>
            </a:r>
          </a:p>
          <a:p xmlns:a="http://schemas.openxmlformats.org/drawingml/2006/main">
            <a:pPr>
              <a:defRPr sz="1800">
                <a:solidFill>
                  <a:srgbClr val="14213D"/>
                </a:solidFill>
                <a:latin typeface="Arial"/>
                <a:ea typeface="Arial"/>
                <a:cs typeface="Arial"/>
              </a:defRPr>
            </a:pPr>
            <a:r>
              <a:rPr sz="1800">
                <a:solidFill>
                  <a:srgbClr val="14213D"/>
                </a:solidFill>
                <a:latin typeface="Arial"/>
                <a:ea typeface="Arial"/>
                <a:cs typeface="Arial"/>
              </a:rPr>
              <a:t>python manage.py collectstatic --noinput</a:t>
            </a:r>
          </a:p>
          <a:p xmlns:a="http://schemas.openxmlformats.org/drawingml/2006/main">
            <a:pPr>
              <a:defRPr sz="1800">
                <a:solidFill>
                  <a:srgbClr val="14213D"/>
                </a:solidFill>
                <a:latin typeface="Arial"/>
                <a:ea typeface="Arial"/>
                <a:cs typeface="Arial"/>
              </a:defRPr>
            </a:pPr>
            <a:r>
              <a:rPr sz="1800">
                <a:solidFill>
                  <a:srgbClr val="14213D"/>
                </a:solidFill>
                <a:latin typeface="Arial"/>
                <a:ea typeface="Arial"/>
                <a:cs typeface="Arial"/>
              </a:rPr>
              <a:t>python manage.py runserver</a:t>
            </a:r>
          </a:p>
        </p:txBody>
      </p:sp>
      <p:sp>
        <p:nvSpPr>
          <p:cNvPr id="6" name="config-heading">
            <a:extLst xmlns:a="http://schemas.openxmlformats.org/drawingml/2006/main">
              <a:ext uri="{FF2B5EF4-FFF2-40B4-BE49-F238E27FC236}">
                <a16:creationId xmlns:a16="http://schemas.microsoft.com/office/drawing/2014/main" id="{5214E6EF-6061-4664-A184-BCA5C53680CE}"/>
              </a:ext>
            </a:extLst>
          </p:cNvPr>
          <p:cNvSpPr>
            <a:spLocks xmlns:a="http://schemas.openxmlformats.org/drawingml/2006/main" noGrp="1"/>
          </p:cNvSpPr>
          <p:nvPr/>
        </p:nvSpPr>
        <p:spPr>
          <a:xfrm xmlns:a="http://schemas.openxmlformats.org/drawingml/2006/main">
            <a:off x="6972300" y="1438275"/>
            <a:ext cx="4533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E78FF"/>
                </a:solidFill>
                <a:latin typeface="Arial"/>
                <a:ea typeface="Arial"/>
                <a:cs typeface="Arial"/>
              </a:defRPr>
            </a:defPPr>
            <a:lvl1pPr>
              <a:defRPr sz="2400" b="1">
                <a:solidFill>
                  <a:srgbClr val="3E78FF"/>
                </a:solidFill>
                <a:latin typeface="Arial"/>
                <a:ea typeface="Arial"/>
                <a:cs typeface="Arial"/>
              </a:defRPr>
            </a:lvl1pPr>
            <a:lvl2pPr>
              <a:defRPr sz="2400" b="1">
                <a:solidFill>
                  <a:srgbClr val="3E78FF"/>
                </a:solidFill>
                <a:latin typeface="Arial"/>
                <a:ea typeface="Arial"/>
                <a:cs typeface="Arial"/>
              </a:defRPr>
            </a:lvl2pPr>
            <a:lvl3pPr>
              <a:defRPr sz="2400" b="1">
                <a:solidFill>
                  <a:srgbClr val="3E78FF"/>
                </a:solidFill>
                <a:latin typeface="Arial"/>
                <a:ea typeface="Arial"/>
                <a:cs typeface="Arial"/>
              </a:defRPr>
            </a:lvl3pPr>
            <a:lvl4pPr>
              <a:defRPr sz="2400" b="1">
                <a:solidFill>
                  <a:srgbClr val="3E78FF"/>
                </a:solidFill>
                <a:latin typeface="Arial"/>
                <a:ea typeface="Arial"/>
                <a:cs typeface="Arial"/>
              </a:defRPr>
            </a:lvl4pPr>
            <a:lvl5pPr>
              <a:defRPr sz="2400" b="1">
                <a:solidFill>
                  <a:srgbClr val="3E78FF"/>
                </a:solidFill>
                <a:latin typeface="Arial"/>
                <a:ea typeface="Arial"/>
                <a:cs typeface="Arial"/>
              </a:defRPr>
            </a:lvl5pPr>
            <a:lvl6pPr>
              <a:defRPr sz="2400" b="1">
                <a:solidFill>
                  <a:srgbClr val="3E78FF"/>
                </a:solidFill>
                <a:latin typeface="Arial"/>
                <a:ea typeface="Arial"/>
                <a:cs typeface="Arial"/>
              </a:defRPr>
            </a:lvl6pPr>
            <a:lvl7pPr>
              <a:defRPr sz="2400" b="1">
                <a:solidFill>
                  <a:srgbClr val="3E78FF"/>
                </a:solidFill>
                <a:latin typeface="Arial"/>
                <a:ea typeface="Arial"/>
                <a:cs typeface="Arial"/>
              </a:defRPr>
            </a:lvl7pPr>
            <a:lvl8pPr>
              <a:defRPr sz="2400" b="1">
                <a:solidFill>
                  <a:srgbClr val="3E78FF"/>
                </a:solidFill>
                <a:latin typeface="Arial"/>
                <a:ea typeface="Arial"/>
                <a:cs typeface="Arial"/>
              </a:defRPr>
            </a:lvl8pPr>
            <a:lvl9pPr>
              <a:defRPr sz="2400" b="1">
                <a:solidFill>
                  <a:srgbClr val="3E78FF"/>
                </a:solidFill>
                <a:latin typeface="Arial"/>
                <a:ea typeface="Arial"/>
                <a:cs typeface="Arial"/>
              </a:defRPr>
            </a:lvl9pPr>
          </a:lstStyle>
          <a:p xmlns:a="http://schemas.openxmlformats.org/drawingml/2006/main">
            <a:pPr>
              <a:defRPr sz="2400" b="1">
                <a:solidFill>
                  <a:srgbClr val="3E78FF"/>
                </a:solidFill>
                <a:latin typeface="Arial"/>
                <a:ea typeface="Arial"/>
                <a:cs typeface="Arial"/>
              </a:defRPr>
            </a:pPr>
            <a:r>
              <a:rPr sz="2400" b="1">
                <a:solidFill>
                  <a:srgbClr val="3E78FF"/>
                </a:solidFill>
                <a:latin typeface="Arial"/>
                <a:ea typeface="Arial"/>
                <a:cs typeface="Arial"/>
              </a:rPr>
              <a:t>Configuration</a:t>
            </a:r>
          </a:p>
        </p:txBody>
      </p:sp>
      <p:sp>
        <p:nvSpPr>
          <p:cNvPr id="7" name="config-body">
            <a:extLst xmlns:a="http://schemas.openxmlformats.org/drawingml/2006/main">
              <a:ext uri="{FF2B5EF4-FFF2-40B4-BE49-F238E27FC236}">
                <a16:creationId xmlns:a16="http://schemas.microsoft.com/office/drawing/2014/main" id="{03FF455C-7163-4C14-B2F4-3DA20863A941}"/>
              </a:ext>
            </a:extLst>
          </p:cNvPr>
          <p:cNvSpPr>
            <a:spLocks xmlns:a="http://schemas.openxmlformats.org/drawingml/2006/main" noGrp="1"/>
          </p:cNvSpPr>
          <p:nvPr/>
        </p:nvSpPr>
        <p:spPr>
          <a:xfrm xmlns:a="http://schemas.openxmlformats.org/drawingml/2006/main">
            <a:off x="6972300" y="2238375"/>
            <a:ext cx="453390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4213D"/>
                </a:solidFill>
                <a:latin typeface="Arial"/>
                <a:ea typeface="Arial"/>
                <a:cs typeface="Arial"/>
              </a:defRPr>
            </a:defPPr>
            <a:lvl1pPr>
              <a:defRPr sz="1950">
                <a:solidFill>
                  <a:srgbClr val="14213D"/>
                </a:solidFill>
                <a:latin typeface="Arial"/>
                <a:ea typeface="Arial"/>
                <a:cs typeface="Arial"/>
              </a:defRPr>
            </a:lvl1pPr>
            <a:lvl2pPr>
              <a:defRPr sz="1950">
                <a:solidFill>
                  <a:srgbClr val="14213D"/>
                </a:solidFill>
                <a:latin typeface="Arial"/>
                <a:ea typeface="Arial"/>
                <a:cs typeface="Arial"/>
              </a:defRPr>
            </a:lvl2pPr>
            <a:lvl3pPr>
              <a:defRPr sz="1950">
                <a:solidFill>
                  <a:srgbClr val="14213D"/>
                </a:solidFill>
                <a:latin typeface="Arial"/>
                <a:ea typeface="Arial"/>
                <a:cs typeface="Arial"/>
              </a:defRPr>
            </a:lvl3pPr>
            <a:lvl4pPr>
              <a:defRPr sz="1950">
                <a:solidFill>
                  <a:srgbClr val="14213D"/>
                </a:solidFill>
                <a:latin typeface="Arial"/>
                <a:ea typeface="Arial"/>
                <a:cs typeface="Arial"/>
              </a:defRPr>
            </a:lvl4pPr>
            <a:lvl5pPr>
              <a:defRPr sz="1950">
                <a:solidFill>
                  <a:srgbClr val="14213D"/>
                </a:solidFill>
                <a:latin typeface="Arial"/>
                <a:ea typeface="Arial"/>
                <a:cs typeface="Arial"/>
              </a:defRPr>
            </a:lvl5pPr>
            <a:lvl6pPr>
              <a:defRPr sz="1950">
                <a:solidFill>
                  <a:srgbClr val="14213D"/>
                </a:solidFill>
                <a:latin typeface="Arial"/>
                <a:ea typeface="Arial"/>
                <a:cs typeface="Arial"/>
              </a:defRPr>
            </a:lvl6pPr>
            <a:lvl7pPr>
              <a:defRPr sz="1950">
                <a:solidFill>
                  <a:srgbClr val="14213D"/>
                </a:solidFill>
                <a:latin typeface="Arial"/>
                <a:ea typeface="Arial"/>
                <a:cs typeface="Arial"/>
              </a:defRPr>
            </a:lvl7pPr>
            <a:lvl8pPr>
              <a:defRPr sz="1950">
                <a:solidFill>
                  <a:srgbClr val="14213D"/>
                </a:solidFill>
                <a:latin typeface="Arial"/>
                <a:ea typeface="Arial"/>
                <a:cs typeface="Arial"/>
              </a:defRPr>
            </a:lvl8pPr>
            <a:lvl9pPr>
              <a:defRPr sz="1950">
                <a:solidFill>
                  <a:srgbClr val="14213D"/>
                </a:solidFill>
                <a:latin typeface="Arial"/>
                <a:ea typeface="Arial"/>
                <a:cs typeface="Arial"/>
              </a:defRPr>
            </a:lvl9pPr>
          </a:lstStyle>
          <a:p xmlns:a="http://schemas.openxmlformats.org/drawingml/2006/main">
            <a:pPr>
              <a:defRPr sz="1950">
                <a:solidFill>
                  <a:srgbClr val="14213D"/>
                </a:solidFill>
                <a:latin typeface="Arial"/>
                <a:ea typeface="Arial"/>
                <a:cs typeface="Arial"/>
              </a:defRPr>
            </a:pPr>
            <a:r>
              <a:rPr sz="1950">
                <a:solidFill>
                  <a:srgbClr val="14213D"/>
                </a:solidFill>
                <a:latin typeface="Arial"/>
                <a:ea typeface="Arial"/>
                <a:cs typeface="Arial"/>
              </a:rPr>
              <a:t>Vercel Django in Singapore.</a:t>
            </a:r>
          </a:p>
          <a:p xmlns:a="http://schemas.openxmlformats.org/drawingml/2006/main">
            <a:pPr>
              <a:defRPr sz="1950">
                <a:solidFill>
                  <a:srgbClr val="14213D"/>
                </a:solidFill>
                <a:latin typeface="Arial"/>
                <a:ea typeface="Arial"/>
                <a:cs typeface="Arial"/>
              </a:defRPr>
            </a:pPr>
            <a:r>
              <a:rPr sz="1950">
                <a:solidFill>
                  <a:srgbClr val="14213D"/>
                </a:solidFill>
                <a:latin typeface="Arial"/>
                <a:ea typeface="Arial"/>
                <a:cs typeface="Arial"/>
              </a:rPr>
              <a:t>Neon PostgreSQL storage.</a:t>
            </a:r>
          </a:p>
          <a:p xmlns:a="http://schemas.openxmlformats.org/drawingml/2006/main">
            <a:r>
              <a:t/>
            </a:r>
          </a:p>
          <a:p xmlns:a="http://schemas.openxmlformats.org/drawingml/2006/main">
            <a:pPr>
              <a:defRPr sz="1950">
                <a:solidFill>
                  <a:srgbClr val="14213D"/>
                </a:solidFill>
                <a:latin typeface="Arial"/>
                <a:ea typeface="Arial"/>
                <a:cs typeface="Arial"/>
              </a:defRPr>
            </a:pPr>
            <a:r>
              <a:rPr sz="1950">
                <a:solidFill>
                  <a:srgbClr val="14213D"/>
                </a:solidFill>
                <a:latin typeface="Arial"/>
                <a:ea typeface="Arial"/>
                <a:cs typeface="Arial"/>
              </a:rPr>
              <a:t>MYBUD_MODE=demo.</a:t>
            </a:r>
          </a:p>
          <a:p xmlns:a="http://schemas.openxmlformats.org/drawingml/2006/main">
            <a:r>
              <a:t/>
            </a:r>
          </a:p>
          <a:p xmlns:a="http://schemas.openxmlformats.org/drawingml/2006/main">
            <a:pPr>
              <a:defRPr sz="1950">
                <a:solidFill>
                  <a:srgbClr val="14213D"/>
                </a:solidFill>
                <a:latin typeface="Arial"/>
                <a:ea typeface="Arial"/>
                <a:cs typeface="Arial"/>
              </a:defRPr>
            </a:pPr>
            <a:r>
              <a:rPr sz="1950">
                <a:solidFill>
                  <a:srgbClr val="14213D"/>
                </a:solidFill>
                <a:latin typeface="Arial"/>
                <a:ea typeface="Arial"/>
                <a:cs typeface="Arial"/>
              </a:rPr>
              <a:t>Local: SQLite with .env settings.</a:t>
            </a:r>
          </a:p>
          <a:p xmlns:a="http://schemas.openxmlformats.org/drawingml/2006/main">
            <a:r>
              <a:t/>
            </a:r>
          </a:p>
          <a:p xmlns:a="http://schemas.openxmlformats.org/drawingml/2006/main">
            <a:pPr>
              <a:defRPr sz="1950">
                <a:solidFill>
                  <a:srgbClr val="14213D"/>
                </a:solidFill>
                <a:latin typeface="Arial"/>
                <a:ea typeface="Arial"/>
                <a:cs typeface="Arial"/>
              </a:defRPr>
            </a:pPr>
            <a:r>
              <a:rPr sz="1950">
                <a:solidFill>
                  <a:srgbClr val="14213D"/>
                </a:solidFill>
                <a:latin typeface="Arial"/>
                <a:ea typeface="Arial"/>
                <a:cs typeface="Arial"/>
              </a:rPr>
              <a:t>Uploads: hosted 3 MB; local 5 MB.</a:t>
            </a:r>
          </a:p>
        </p:txBody>
      </p:sp>
      <p:sp>
        <p:nvSpPr>
          <p:cNvPr id="8" name="run-note">
            <a:extLst xmlns:a="http://schemas.openxmlformats.org/drawingml/2006/main">
              <a:ext uri="{FF2B5EF4-FFF2-40B4-BE49-F238E27FC236}">
                <a16:creationId xmlns:a16="http://schemas.microsoft.com/office/drawing/2014/main" id="{5C57407F-CBCC-42B3-9807-0A024EC475E8}"/>
              </a:ext>
            </a:extLst>
          </p:cNvPr>
          <p:cNvSpPr>
            <a:spLocks xmlns:a="http://schemas.openxmlformats.org/drawingml/2006/main" noGrp="1"/>
          </p:cNvSpPr>
          <p:nvPr/>
        </p:nvSpPr>
        <p:spPr>
          <a:xfrm xmlns:a="http://schemas.openxmlformats.org/drawingml/2006/main">
            <a:off x="685800" y="57531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54647B"/>
                </a:solidFill>
                <a:latin typeface="Arial"/>
                <a:ea typeface="Arial"/>
                <a:cs typeface="Arial"/>
              </a:defRPr>
            </a:defPPr>
            <a:lvl1pPr>
              <a:defRPr sz="1725">
                <a:solidFill>
                  <a:srgbClr val="54647B"/>
                </a:solidFill>
                <a:latin typeface="Arial"/>
                <a:ea typeface="Arial"/>
                <a:cs typeface="Arial"/>
              </a:defRPr>
            </a:lvl1pPr>
            <a:lvl2pPr>
              <a:defRPr sz="1725">
                <a:solidFill>
                  <a:srgbClr val="54647B"/>
                </a:solidFill>
                <a:latin typeface="Arial"/>
                <a:ea typeface="Arial"/>
                <a:cs typeface="Arial"/>
              </a:defRPr>
            </a:lvl2pPr>
            <a:lvl3pPr>
              <a:defRPr sz="1725">
                <a:solidFill>
                  <a:srgbClr val="54647B"/>
                </a:solidFill>
                <a:latin typeface="Arial"/>
                <a:ea typeface="Arial"/>
                <a:cs typeface="Arial"/>
              </a:defRPr>
            </a:lvl3pPr>
            <a:lvl4pPr>
              <a:defRPr sz="1725">
                <a:solidFill>
                  <a:srgbClr val="54647B"/>
                </a:solidFill>
                <a:latin typeface="Arial"/>
                <a:ea typeface="Arial"/>
                <a:cs typeface="Arial"/>
              </a:defRPr>
            </a:lvl4pPr>
            <a:lvl5pPr>
              <a:defRPr sz="1725">
                <a:solidFill>
                  <a:srgbClr val="54647B"/>
                </a:solidFill>
                <a:latin typeface="Arial"/>
                <a:ea typeface="Arial"/>
                <a:cs typeface="Arial"/>
              </a:defRPr>
            </a:lvl5pPr>
            <a:lvl6pPr>
              <a:defRPr sz="1725">
                <a:solidFill>
                  <a:srgbClr val="54647B"/>
                </a:solidFill>
                <a:latin typeface="Arial"/>
                <a:ea typeface="Arial"/>
                <a:cs typeface="Arial"/>
              </a:defRPr>
            </a:lvl6pPr>
            <a:lvl7pPr>
              <a:defRPr sz="1725">
                <a:solidFill>
                  <a:srgbClr val="54647B"/>
                </a:solidFill>
                <a:latin typeface="Arial"/>
                <a:ea typeface="Arial"/>
                <a:cs typeface="Arial"/>
              </a:defRPr>
            </a:lvl7pPr>
            <a:lvl8pPr>
              <a:defRPr sz="1725">
                <a:solidFill>
                  <a:srgbClr val="54647B"/>
                </a:solidFill>
                <a:latin typeface="Arial"/>
                <a:ea typeface="Arial"/>
                <a:cs typeface="Arial"/>
              </a:defRPr>
            </a:lvl8pPr>
            <a:lvl9pPr>
              <a:defRPr sz="1725">
                <a:solidFill>
                  <a:srgbClr val="54647B"/>
                </a:solidFill>
                <a:latin typeface="Arial"/>
                <a:ea typeface="Arial"/>
                <a:cs typeface="Arial"/>
              </a:defRPr>
            </a:lvl9pPr>
          </a:lstStyle>
          <a:p xmlns:a="http://schemas.openxmlformats.org/drawingml/2006/main">
            <a:pPr>
              <a:defRPr sz="1725">
                <a:solidFill>
                  <a:srgbClr val="54647B"/>
                </a:solidFill>
                <a:latin typeface="Arial"/>
                <a:ea typeface="Arial"/>
                <a:cs typeface="Arial"/>
              </a:defRPr>
            </a:pPr>
            <a:r>
              <a:rPr sz="1725">
                <a:solidFill>
                  <a:srgbClr val="54647B"/>
                </a:solidFill>
                <a:latin typeface="Arial"/>
                <a:ea typeface="Arial"/>
                <a:cs typeface="Arial"/>
              </a:rPr>
              <a:t>Demo: https://mybud-student-assistant.vercel.app</a:t>
            </a:r>
          </a:p>
          <a:p xmlns:a="http://schemas.openxmlformats.org/drawingml/2006/main">
            <a:pPr>
              <a:defRPr sz="1725">
                <a:solidFill>
                  <a:srgbClr val="54647B"/>
                </a:solidFill>
                <a:latin typeface="Arial"/>
                <a:ea typeface="Arial"/>
                <a:cs typeface="Arial"/>
              </a:defRPr>
            </a:pPr>
            <a:r>
              <a:rPr sz="1725">
                <a:solidFill>
                  <a:srgbClr val="54647B"/>
                </a:solidFill>
                <a:latin typeface="Arial"/>
                <a:ea typeface="Arial"/>
                <a:cs typeface="Arial"/>
              </a:rPr>
              <a:t>Code: https://github.com/BikashCoder31/mybud-student-assistant</a:t>
            </a:r>
          </a:p>
        </p:txBody>
      </p:sp>
    </p:spTree>
    <p:extLst>
      <p:ext uri="{BB962C8B-B14F-4D97-AF65-F5344CB8AC3E}">
        <p14:creationId xmlns:p14="http://schemas.microsoft.com/office/powerpoint/2010/main" val="949814561"/>
      </p:ext>
    </p:extLst>
  </p:cSld>
</p:sld>
</file>

<file path=ppt/slides/slide10.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9" name="accent">
            <a:extLst xmlns:a="http://schemas.openxmlformats.org/drawingml/2006/main">
              <a:ext uri="{FF2B5EF4-FFF2-40B4-BE49-F238E27FC236}">
                <a16:creationId xmlns:a16="http://schemas.microsoft.com/office/drawing/2014/main" id="{F5520752-2999-4D34-951F-5992C72DB435}"/>
              </a:ext>
            </a:extLst>
          </p:cNvPr>
          <p:cNvSpPr>
            <a:spLocks xmlns:a="http://schemas.openxmlformats.org/drawingml/2006/main" noGrp="1"/>
          </p:cNvSpPr>
          <p:nvPr/>
        </p:nvSpPr>
        <p:spPr>
          <a:xfrm xmlns:a="http://schemas.openxmlformats.org/drawingml/2006/main">
            <a:off x="609600" y="457200"/>
            <a:ext cx="76200" cy="485775"/>
          </a:xfrm>
          <a:prstGeom xmlns:a="http://schemas.openxmlformats.org/drawingml/2006/main" prst="rect">
            <a:avLst/>
          </a:prstGeom>
          <a:solidFill xmlns:a="http://schemas.openxmlformats.org/drawingml/2006/main">
            <a:srgbClr val="3E78FF"/>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971B612E-AF71-4168-9686-58EEF7F59849}"/>
              </a:ext>
            </a:extLst>
          </p:cNvPr>
          <p:cNvSpPr>
            <a:spLocks xmlns:a="http://schemas.openxmlformats.org/drawingml/2006/main" noGrp="1"/>
          </p:cNvSpPr>
          <p:nvPr/>
        </p:nvSpPr>
        <p:spPr>
          <a:xfrm xmlns:a="http://schemas.openxmlformats.org/drawingml/2006/main">
            <a:off x="895350" y="4381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13D"/>
                </a:solidFill>
                <a:latin typeface="Arial"/>
                <a:ea typeface="Arial"/>
                <a:cs typeface="Arial"/>
              </a:defRPr>
            </a:defPPr>
            <a:lvl1pPr>
              <a:defRPr sz="3300" b="1">
                <a:solidFill>
                  <a:srgbClr val="14213D"/>
                </a:solidFill>
                <a:latin typeface="Arial"/>
                <a:ea typeface="Arial"/>
                <a:cs typeface="Arial"/>
              </a:defRPr>
            </a:lvl1pPr>
            <a:lvl2pPr>
              <a:defRPr sz="3300" b="1">
                <a:solidFill>
                  <a:srgbClr val="14213D"/>
                </a:solidFill>
                <a:latin typeface="Arial"/>
                <a:ea typeface="Arial"/>
                <a:cs typeface="Arial"/>
              </a:defRPr>
            </a:lvl2pPr>
            <a:lvl3pPr>
              <a:defRPr sz="3300" b="1">
                <a:solidFill>
                  <a:srgbClr val="14213D"/>
                </a:solidFill>
                <a:latin typeface="Arial"/>
                <a:ea typeface="Arial"/>
                <a:cs typeface="Arial"/>
              </a:defRPr>
            </a:lvl3pPr>
            <a:lvl4pPr>
              <a:defRPr sz="3300" b="1">
                <a:solidFill>
                  <a:srgbClr val="14213D"/>
                </a:solidFill>
                <a:latin typeface="Arial"/>
                <a:ea typeface="Arial"/>
                <a:cs typeface="Arial"/>
              </a:defRPr>
            </a:lvl4pPr>
            <a:lvl5pPr>
              <a:defRPr sz="3300" b="1">
                <a:solidFill>
                  <a:srgbClr val="14213D"/>
                </a:solidFill>
                <a:latin typeface="Arial"/>
                <a:ea typeface="Arial"/>
                <a:cs typeface="Arial"/>
              </a:defRPr>
            </a:lvl5pPr>
            <a:lvl6pPr>
              <a:defRPr sz="3300" b="1">
                <a:solidFill>
                  <a:srgbClr val="14213D"/>
                </a:solidFill>
                <a:latin typeface="Arial"/>
                <a:ea typeface="Arial"/>
                <a:cs typeface="Arial"/>
              </a:defRPr>
            </a:lvl6pPr>
            <a:lvl7pPr>
              <a:defRPr sz="3300" b="1">
                <a:solidFill>
                  <a:srgbClr val="14213D"/>
                </a:solidFill>
                <a:latin typeface="Arial"/>
                <a:ea typeface="Arial"/>
                <a:cs typeface="Arial"/>
              </a:defRPr>
            </a:lvl7pPr>
            <a:lvl8pPr>
              <a:defRPr sz="3300" b="1">
                <a:solidFill>
                  <a:srgbClr val="14213D"/>
                </a:solidFill>
                <a:latin typeface="Arial"/>
                <a:ea typeface="Arial"/>
                <a:cs typeface="Arial"/>
              </a:defRPr>
            </a:lvl8pPr>
            <a:lvl9pPr>
              <a:defRPr sz="3300" b="1">
                <a:solidFill>
                  <a:srgbClr val="14213D"/>
                </a:solidFill>
                <a:latin typeface="Arial"/>
                <a:ea typeface="Arial"/>
                <a:cs typeface="Arial"/>
              </a:defRPr>
            </a:lvl9pPr>
          </a:lstStyle>
          <a:p xmlns:a="http://schemas.openxmlformats.org/drawingml/2006/main">
            <a:pPr>
              <a:defRPr sz="3300" b="1">
                <a:solidFill>
                  <a:srgbClr val="14213D"/>
                </a:solidFill>
                <a:latin typeface="Arial"/>
                <a:ea typeface="Arial"/>
                <a:cs typeface="Arial"/>
              </a:defRPr>
            </a:pPr>
            <a:r>
              <a:rPr sz="3300" b="1">
                <a:solidFill>
                  <a:srgbClr val="14213D"/>
                </a:solidFill>
                <a:latin typeface="Arial"/>
                <a:ea typeface="Arial"/>
                <a:cs typeface="Arial"/>
              </a:rPr>
              <a:t>A clear scope supports future development</a:t>
            </a:r>
          </a:p>
        </p:txBody>
      </p:sp>
      <p:sp>
        <p:nvSpPr>
          <p:cNvPr id="3" name="number">
            <a:extLst xmlns:a="http://schemas.openxmlformats.org/drawingml/2006/main">
              <a:ext uri="{FF2B5EF4-FFF2-40B4-BE49-F238E27FC236}">
                <a16:creationId xmlns:a16="http://schemas.microsoft.com/office/drawing/2014/main" id="{1B0E79C5-A787-4A44-9CC2-7E5BEFB7BE42}"/>
              </a:ext>
            </a:extLst>
          </p:cNvPr>
          <p:cNvSpPr>
            <a:spLocks xmlns:a="http://schemas.openxmlformats.org/drawingml/2006/main" noGrp="1"/>
          </p:cNvSpPr>
          <p:nvPr/>
        </p:nvSpPr>
        <p:spPr>
          <a:xfrm xmlns:a="http://schemas.openxmlformats.org/drawingml/2006/main">
            <a:off x="10953750" y="63531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a:solidFill>
                  <a:srgbClr val="54647B"/>
                </a:solidFill>
                <a:latin typeface="Arial"/>
                <a:ea typeface="Arial"/>
                <a:cs typeface="Arial"/>
              </a:defRPr>
            </a:defPPr>
            <a:lvl1pPr algn="r">
              <a:defRPr sz="1275">
                <a:solidFill>
                  <a:srgbClr val="54647B"/>
                </a:solidFill>
                <a:latin typeface="Arial"/>
                <a:ea typeface="Arial"/>
                <a:cs typeface="Arial"/>
              </a:defRPr>
            </a:lvl1pPr>
            <a:lvl2pPr algn="r">
              <a:defRPr sz="1275">
                <a:solidFill>
                  <a:srgbClr val="54647B"/>
                </a:solidFill>
                <a:latin typeface="Arial"/>
                <a:ea typeface="Arial"/>
                <a:cs typeface="Arial"/>
              </a:defRPr>
            </a:lvl2pPr>
            <a:lvl3pPr algn="r">
              <a:defRPr sz="1275">
                <a:solidFill>
                  <a:srgbClr val="54647B"/>
                </a:solidFill>
                <a:latin typeface="Arial"/>
                <a:ea typeface="Arial"/>
                <a:cs typeface="Arial"/>
              </a:defRPr>
            </a:lvl3pPr>
            <a:lvl4pPr algn="r">
              <a:defRPr sz="1275">
                <a:solidFill>
                  <a:srgbClr val="54647B"/>
                </a:solidFill>
                <a:latin typeface="Arial"/>
                <a:ea typeface="Arial"/>
                <a:cs typeface="Arial"/>
              </a:defRPr>
            </a:lvl4pPr>
            <a:lvl5pPr algn="r">
              <a:defRPr sz="1275">
                <a:solidFill>
                  <a:srgbClr val="54647B"/>
                </a:solidFill>
                <a:latin typeface="Arial"/>
                <a:ea typeface="Arial"/>
                <a:cs typeface="Arial"/>
              </a:defRPr>
            </a:lvl5pPr>
            <a:lvl6pPr algn="r">
              <a:defRPr sz="1275">
                <a:solidFill>
                  <a:srgbClr val="54647B"/>
                </a:solidFill>
                <a:latin typeface="Arial"/>
                <a:ea typeface="Arial"/>
                <a:cs typeface="Arial"/>
              </a:defRPr>
            </a:lvl6pPr>
            <a:lvl7pPr algn="r">
              <a:defRPr sz="1275">
                <a:solidFill>
                  <a:srgbClr val="54647B"/>
                </a:solidFill>
                <a:latin typeface="Arial"/>
                <a:ea typeface="Arial"/>
                <a:cs typeface="Arial"/>
              </a:defRPr>
            </a:lvl7pPr>
            <a:lvl8pPr algn="r">
              <a:defRPr sz="1275">
                <a:solidFill>
                  <a:srgbClr val="54647B"/>
                </a:solidFill>
                <a:latin typeface="Arial"/>
                <a:ea typeface="Arial"/>
                <a:cs typeface="Arial"/>
              </a:defRPr>
            </a:lvl8pPr>
            <a:lvl9pPr algn="r">
              <a:defRPr sz="1275">
                <a:solidFill>
                  <a:srgbClr val="54647B"/>
                </a:solidFill>
                <a:latin typeface="Arial"/>
                <a:ea typeface="Arial"/>
                <a:cs typeface="Arial"/>
              </a:defRPr>
            </a:lvl9pPr>
          </a:lstStyle>
          <a:p xmlns:a="http://schemas.openxmlformats.org/drawingml/2006/main">
            <a:pPr algn="r">
              <a:defRPr sz="1275">
                <a:solidFill>
                  <a:srgbClr val="54647B"/>
                </a:solidFill>
                <a:latin typeface="Arial"/>
                <a:ea typeface="Arial"/>
                <a:cs typeface="Arial"/>
              </a:defRPr>
            </a:pPr>
            <a:r>
              <a:rPr sz="1275">
                <a:solidFill>
                  <a:srgbClr val="54647B"/>
                </a:solidFill>
                <a:latin typeface="Arial"/>
                <a:ea typeface="Arial"/>
                <a:cs typeface="Arial"/>
              </a:rPr>
              <a:t>10</a:t>
            </a:r>
          </a:p>
        </p:txBody>
      </p:sp>
      <p:sp>
        <p:nvSpPr>
          <p:cNvPr id="4" name="limits-heading">
            <a:extLst xmlns:a="http://schemas.openxmlformats.org/drawingml/2006/main">
              <a:ext uri="{FF2B5EF4-FFF2-40B4-BE49-F238E27FC236}">
                <a16:creationId xmlns:a16="http://schemas.microsoft.com/office/drawing/2014/main" id="{E5FB6DB6-D3AC-4CFE-9DF5-856370E95180}"/>
              </a:ext>
            </a:extLst>
          </p:cNvPr>
          <p:cNvSpPr>
            <a:spLocks xmlns:a="http://schemas.openxmlformats.org/drawingml/2006/main" noGrp="1"/>
          </p:cNvSpPr>
          <p:nvPr/>
        </p:nvSpPr>
        <p:spPr>
          <a:xfrm xmlns:a="http://schemas.openxmlformats.org/drawingml/2006/main">
            <a:off x="685800" y="15525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3E78FF"/>
                </a:solidFill>
                <a:latin typeface="Arial"/>
                <a:ea typeface="Arial"/>
                <a:cs typeface="Arial"/>
              </a:defRPr>
            </a:defPPr>
            <a:lvl1pPr>
              <a:defRPr sz="2475" b="1">
                <a:solidFill>
                  <a:srgbClr val="3E78FF"/>
                </a:solidFill>
                <a:latin typeface="Arial"/>
                <a:ea typeface="Arial"/>
                <a:cs typeface="Arial"/>
              </a:defRPr>
            </a:lvl1pPr>
            <a:lvl2pPr>
              <a:defRPr sz="2475" b="1">
                <a:solidFill>
                  <a:srgbClr val="3E78FF"/>
                </a:solidFill>
                <a:latin typeface="Arial"/>
                <a:ea typeface="Arial"/>
                <a:cs typeface="Arial"/>
              </a:defRPr>
            </a:lvl2pPr>
            <a:lvl3pPr>
              <a:defRPr sz="2475" b="1">
                <a:solidFill>
                  <a:srgbClr val="3E78FF"/>
                </a:solidFill>
                <a:latin typeface="Arial"/>
                <a:ea typeface="Arial"/>
                <a:cs typeface="Arial"/>
              </a:defRPr>
            </a:lvl3pPr>
            <a:lvl4pPr>
              <a:defRPr sz="2475" b="1">
                <a:solidFill>
                  <a:srgbClr val="3E78FF"/>
                </a:solidFill>
                <a:latin typeface="Arial"/>
                <a:ea typeface="Arial"/>
                <a:cs typeface="Arial"/>
              </a:defRPr>
            </a:lvl4pPr>
            <a:lvl5pPr>
              <a:defRPr sz="2475" b="1">
                <a:solidFill>
                  <a:srgbClr val="3E78FF"/>
                </a:solidFill>
                <a:latin typeface="Arial"/>
                <a:ea typeface="Arial"/>
                <a:cs typeface="Arial"/>
              </a:defRPr>
            </a:lvl5pPr>
            <a:lvl6pPr>
              <a:defRPr sz="2475" b="1">
                <a:solidFill>
                  <a:srgbClr val="3E78FF"/>
                </a:solidFill>
                <a:latin typeface="Arial"/>
                <a:ea typeface="Arial"/>
                <a:cs typeface="Arial"/>
              </a:defRPr>
            </a:lvl6pPr>
            <a:lvl7pPr>
              <a:defRPr sz="2475" b="1">
                <a:solidFill>
                  <a:srgbClr val="3E78FF"/>
                </a:solidFill>
                <a:latin typeface="Arial"/>
                <a:ea typeface="Arial"/>
                <a:cs typeface="Arial"/>
              </a:defRPr>
            </a:lvl7pPr>
            <a:lvl8pPr>
              <a:defRPr sz="2475" b="1">
                <a:solidFill>
                  <a:srgbClr val="3E78FF"/>
                </a:solidFill>
                <a:latin typeface="Arial"/>
                <a:ea typeface="Arial"/>
                <a:cs typeface="Arial"/>
              </a:defRPr>
            </a:lvl8pPr>
            <a:lvl9pPr>
              <a:defRPr sz="2475" b="1">
                <a:solidFill>
                  <a:srgbClr val="3E78FF"/>
                </a:solidFill>
                <a:latin typeface="Arial"/>
                <a:ea typeface="Arial"/>
                <a:cs typeface="Arial"/>
              </a:defRPr>
            </a:lvl9pPr>
          </a:lstStyle>
          <a:p xmlns:a="http://schemas.openxmlformats.org/drawingml/2006/main">
            <a:pPr>
              <a:defRPr sz="2475" b="1">
                <a:solidFill>
                  <a:srgbClr val="3E78FF"/>
                </a:solidFill>
                <a:latin typeface="Arial"/>
                <a:ea typeface="Arial"/>
                <a:cs typeface="Arial"/>
              </a:defRPr>
            </a:pPr>
            <a:r>
              <a:rPr sz="2475" b="1">
                <a:solidFill>
                  <a:srgbClr val="3E78FF"/>
                </a:solidFill>
                <a:latin typeface="Arial"/>
                <a:ea typeface="Arial"/>
                <a:cs typeface="Arial"/>
              </a:rPr>
              <a:t>Current limits</a:t>
            </a:r>
          </a:p>
        </p:txBody>
      </p:sp>
      <p:sp>
        <p:nvSpPr>
          <p:cNvPr id="5" name="limits">
            <a:extLst xmlns:a="http://schemas.openxmlformats.org/drawingml/2006/main">
              <a:ext uri="{FF2B5EF4-FFF2-40B4-BE49-F238E27FC236}">
                <a16:creationId xmlns:a16="http://schemas.microsoft.com/office/drawing/2014/main" id="{5F113DB9-0983-4597-AE8E-FFA749232276}"/>
              </a:ext>
            </a:extLst>
          </p:cNvPr>
          <p:cNvSpPr>
            <a:spLocks xmlns:a="http://schemas.openxmlformats.org/drawingml/2006/main" noGrp="1"/>
          </p:cNvSpPr>
          <p:nvPr/>
        </p:nvSpPr>
        <p:spPr>
          <a:xfrm xmlns:a="http://schemas.openxmlformats.org/drawingml/2006/main">
            <a:off x="685800" y="2343150"/>
            <a:ext cx="495300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4213D"/>
                </a:solidFill>
                <a:latin typeface="Arial"/>
                <a:ea typeface="Arial"/>
                <a:cs typeface="Arial"/>
              </a:defRPr>
            </a:defPPr>
            <a:lvl1pPr>
              <a:defRPr sz="2100">
                <a:solidFill>
                  <a:srgbClr val="14213D"/>
                </a:solidFill>
                <a:latin typeface="Arial"/>
                <a:ea typeface="Arial"/>
                <a:cs typeface="Arial"/>
              </a:defRPr>
            </a:lvl1pPr>
            <a:lvl2pPr>
              <a:defRPr sz="2100">
                <a:solidFill>
                  <a:srgbClr val="14213D"/>
                </a:solidFill>
                <a:latin typeface="Arial"/>
                <a:ea typeface="Arial"/>
                <a:cs typeface="Arial"/>
              </a:defRPr>
            </a:lvl2pPr>
            <a:lvl3pPr>
              <a:defRPr sz="2100">
                <a:solidFill>
                  <a:srgbClr val="14213D"/>
                </a:solidFill>
                <a:latin typeface="Arial"/>
                <a:ea typeface="Arial"/>
                <a:cs typeface="Arial"/>
              </a:defRPr>
            </a:lvl3pPr>
            <a:lvl4pPr>
              <a:defRPr sz="2100">
                <a:solidFill>
                  <a:srgbClr val="14213D"/>
                </a:solidFill>
                <a:latin typeface="Arial"/>
                <a:ea typeface="Arial"/>
                <a:cs typeface="Arial"/>
              </a:defRPr>
            </a:lvl4pPr>
            <a:lvl5pPr>
              <a:defRPr sz="2100">
                <a:solidFill>
                  <a:srgbClr val="14213D"/>
                </a:solidFill>
                <a:latin typeface="Arial"/>
                <a:ea typeface="Arial"/>
                <a:cs typeface="Arial"/>
              </a:defRPr>
            </a:lvl5pPr>
            <a:lvl6pPr>
              <a:defRPr sz="2100">
                <a:solidFill>
                  <a:srgbClr val="14213D"/>
                </a:solidFill>
                <a:latin typeface="Arial"/>
                <a:ea typeface="Arial"/>
                <a:cs typeface="Arial"/>
              </a:defRPr>
            </a:lvl6pPr>
            <a:lvl7pPr>
              <a:defRPr sz="2100">
                <a:solidFill>
                  <a:srgbClr val="14213D"/>
                </a:solidFill>
                <a:latin typeface="Arial"/>
                <a:ea typeface="Arial"/>
                <a:cs typeface="Arial"/>
              </a:defRPr>
            </a:lvl7pPr>
            <a:lvl8pPr>
              <a:defRPr sz="2100">
                <a:solidFill>
                  <a:srgbClr val="14213D"/>
                </a:solidFill>
                <a:latin typeface="Arial"/>
                <a:ea typeface="Arial"/>
                <a:cs typeface="Arial"/>
              </a:defRPr>
            </a:lvl8pPr>
            <a:lvl9pPr>
              <a:defRPr sz="2100">
                <a:solidFill>
                  <a:srgbClr val="14213D"/>
                </a:solidFill>
                <a:latin typeface="Arial"/>
                <a:ea typeface="Arial"/>
                <a:cs typeface="Arial"/>
              </a:defRPr>
            </a:lvl9pPr>
          </a:lstStyle>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Sample AI content is canned.</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Live AI needs external credentials.</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Session storage has no account sync.</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Neon free-tier resource limits apply.</a:t>
            </a:r>
          </a:p>
        </p:txBody>
      </p:sp>
      <p:sp>
        <p:nvSpPr>
          <p:cNvPr id="6" name="next-heading">
            <a:extLst xmlns:a="http://schemas.openxmlformats.org/drawingml/2006/main">
              <a:ext uri="{FF2B5EF4-FFF2-40B4-BE49-F238E27FC236}">
                <a16:creationId xmlns:a16="http://schemas.microsoft.com/office/drawing/2014/main" id="{E9433C61-F457-4C05-B1E8-5E0FC0E7E8B4}"/>
              </a:ext>
            </a:extLst>
          </p:cNvPr>
          <p:cNvSpPr>
            <a:spLocks xmlns:a="http://schemas.openxmlformats.org/drawingml/2006/main" noGrp="1"/>
          </p:cNvSpPr>
          <p:nvPr/>
        </p:nvSpPr>
        <p:spPr>
          <a:xfrm xmlns:a="http://schemas.openxmlformats.org/drawingml/2006/main">
            <a:off x="6648450" y="155257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3E78FF"/>
                </a:solidFill>
                <a:latin typeface="Arial"/>
                <a:ea typeface="Arial"/>
                <a:cs typeface="Arial"/>
              </a:defRPr>
            </a:defPPr>
            <a:lvl1pPr>
              <a:defRPr sz="2475" b="1">
                <a:solidFill>
                  <a:srgbClr val="3E78FF"/>
                </a:solidFill>
                <a:latin typeface="Arial"/>
                <a:ea typeface="Arial"/>
                <a:cs typeface="Arial"/>
              </a:defRPr>
            </a:lvl1pPr>
            <a:lvl2pPr>
              <a:defRPr sz="2475" b="1">
                <a:solidFill>
                  <a:srgbClr val="3E78FF"/>
                </a:solidFill>
                <a:latin typeface="Arial"/>
                <a:ea typeface="Arial"/>
                <a:cs typeface="Arial"/>
              </a:defRPr>
            </a:lvl2pPr>
            <a:lvl3pPr>
              <a:defRPr sz="2475" b="1">
                <a:solidFill>
                  <a:srgbClr val="3E78FF"/>
                </a:solidFill>
                <a:latin typeface="Arial"/>
                <a:ea typeface="Arial"/>
                <a:cs typeface="Arial"/>
              </a:defRPr>
            </a:lvl3pPr>
            <a:lvl4pPr>
              <a:defRPr sz="2475" b="1">
                <a:solidFill>
                  <a:srgbClr val="3E78FF"/>
                </a:solidFill>
                <a:latin typeface="Arial"/>
                <a:ea typeface="Arial"/>
                <a:cs typeface="Arial"/>
              </a:defRPr>
            </a:lvl4pPr>
            <a:lvl5pPr>
              <a:defRPr sz="2475" b="1">
                <a:solidFill>
                  <a:srgbClr val="3E78FF"/>
                </a:solidFill>
                <a:latin typeface="Arial"/>
                <a:ea typeface="Arial"/>
                <a:cs typeface="Arial"/>
              </a:defRPr>
            </a:lvl5pPr>
            <a:lvl6pPr>
              <a:defRPr sz="2475" b="1">
                <a:solidFill>
                  <a:srgbClr val="3E78FF"/>
                </a:solidFill>
                <a:latin typeface="Arial"/>
                <a:ea typeface="Arial"/>
                <a:cs typeface="Arial"/>
              </a:defRPr>
            </a:lvl6pPr>
            <a:lvl7pPr>
              <a:defRPr sz="2475" b="1">
                <a:solidFill>
                  <a:srgbClr val="3E78FF"/>
                </a:solidFill>
                <a:latin typeface="Arial"/>
                <a:ea typeface="Arial"/>
                <a:cs typeface="Arial"/>
              </a:defRPr>
            </a:lvl7pPr>
            <a:lvl8pPr>
              <a:defRPr sz="2475" b="1">
                <a:solidFill>
                  <a:srgbClr val="3E78FF"/>
                </a:solidFill>
                <a:latin typeface="Arial"/>
                <a:ea typeface="Arial"/>
                <a:cs typeface="Arial"/>
              </a:defRPr>
            </a:lvl8pPr>
            <a:lvl9pPr>
              <a:defRPr sz="2475" b="1">
                <a:solidFill>
                  <a:srgbClr val="3E78FF"/>
                </a:solidFill>
                <a:latin typeface="Arial"/>
                <a:ea typeface="Arial"/>
                <a:cs typeface="Arial"/>
              </a:defRPr>
            </a:lvl9pPr>
          </a:lstStyle>
          <a:p xmlns:a="http://schemas.openxmlformats.org/drawingml/2006/main">
            <a:pPr>
              <a:defRPr sz="2475" b="1">
                <a:solidFill>
                  <a:srgbClr val="3E78FF"/>
                </a:solidFill>
                <a:latin typeface="Arial"/>
                <a:ea typeface="Arial"/>
                <a:cs typeface="Arial"/>
              </a:defRPr>
            </a:pPr>
            <a:r>
              <a:rPr sz="2475" b="1">
                <a:solidFill>
                  <a:srgbClr val="3E78FF"/>
                </a:solidFill>
                <a:latin typeface="Arial"/>
                <a:ea typeface="Arial"/>
                <a:cs typeface="Arial"/>
              </a:rPr>
              <a:t>Next steps</a:t>
            </a:r>
          </a:p>
        </p:txBody>
      </p:sp>
      <p:sp>
        <p:nvSpPr>
          <p:cNvPr id="7" name="next">
            <a:extLst xmlns:a="http://schemas.openxmlformats.org/drawingml/2006/main">
              <a:ext uri="{FF2B5EF4-FFF2-40B4-BE49-F238E27FC236}">
                <a16:creationId xmlns:a16="http://schemas.microsoft.com/office/drawing/2014/main" id="{55ACE36E-42C4-4601-9CED-BE0F404AD8EF}"/>
              </a:ext>
            </a:extLst>
          </p:cNvPr>
          <p:cNvSpPr>
            <a:spLocks xmlns:a="http://schemas.openxmlformats.org/drawingml/2006/main" noGrp="1"/>
          </p:cNvSpPr>
          <p:nvPr/>
        </p:nvSpPr>
        <p:spPr>
          <a:xfrm xmlns:a="http://schemas.openxmlformats.org/drawingml/2006/main">
            <a:off x="6648450" y="2343150"/>
            <a:ext cx="485775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4213D"/>
                </a:solidFill>
                <a:latin typeface="Arial"/>
                <a:ea typeface="Arial"/>
                <a:cs typeface="Arial"/>
              </a:defRPr>
            </a:defPPr>
            <a:lvl1pPr>
              <a:defRPr sz="2100">
                <a:solidFill>
                  <a:srgbClr val="14213D"/>
                </a:solidFill>
                <a:latin typeface="Arial"/>
                <a:ea typeface="Arial"/>
                <a:cs typeface="Arial"/>
              </a:defRPr>
            </a:lvl1pPr>
            <a:lvl2pPr>
              <a:defRPr sz="2100">
                <a:solidFill>
                  <a:srgbClr val="14213D"/>
                </a:solidFill>
                <a:latin typeface="Arial"/>
                <a:ea typeface="Arial"/>
                <a:cs typeface="Arial"/>
              </a:defRPr>
            </a:lvl2pPr>
            <a:lvl3pPr>
              <a:defRPr sz="2100">
                <a:solidFill>
                  <a:srgbClr val="14213D"/>
                </a:solidFill>
                <a:latin typeface="Arial"/>
                <a:ea typeface="Arial"/>
                <a:cs typeface="Arial"/>
              </a:defRPr>
            </a:lvl3pPr>
            <a:lvl4pPr>
              <a:defRPr sz="2100">
                <a:solidFill>
                  <a:srgbClr val="14213D"/>
                </a:solidFill>
                <a:latin typeface="Arial"/>
                <a:ea typeface="Arial"/>
                <a:cs typeface="Arial"/>
              </a:defRPr>
            </a:lvl4pPr>
            <a:lvl5pPr>
              <a:defRPr sz="2100">
                <a:solidFill>
                  <a:srgbClr val="14213D"/>
                </a:solidFill>
                <a:latin typeface="Arial"/>
                <a:ea typeface="Arial"/>
                <a:cs typeface="Arial"/>
              </a:defRPr>
            </a:lvl5pPr>
            <a:lvl6pPr>
              <a:defRPr sz="2100">
                <a:solidFill>
                  <a:srgbClr val="14213D"/>
                </a:solidFill>
                <a:latin typeface="Arial"/>
                <a:ea typeface="Arial"/>
                <a:cs typeface="Arial"/>
              </a:defRPr>
            </a:lvl6pPr>
            <a:lvl7pPr>
              <a:defRPr sz="2100">
                <a:solidFill>
                  <a:srgbClr val="14213D"/>
                </a:solidFill>
                <a:latin typeface="Arial"/>
                <a:ea typeface="Arial"/>
                <a:cs typeface="Arial"/>
              </a:defRPr>
            </a:lvl7pPr>
            <a:lvl8pPr>
              <a:defRPr sz="2100">
                <a:solidFill>
                  <a:srgbClr val="14213D"/>
                </a:solidFill>
                <a:latin typeface="Arial"/>
                <a:ea typeface="Arial"/>
                <a:cs typeface="Arial"/>
              </a:defRPr>
            </a:lvl8pPr>
            <a:lvl9pPr>
              <a:defRPr sz="2100">
                <a:solidFill>
                  <a:srgbClr val="14213D"/>
                </a:solidFill>
                <a:latin typeface="Arial"/>
                <a:ea typeface="Arial"/>
                <a:cs typeface="Arial"/>
              </a:defRPr>
            </a:lvl9pPr>
          </a:lstStyle>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Add account-based ownership.</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Evaluate live responses with test prompts.</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Add expense export and backup policy.</a:t>
            </a:r>
          </a:p>
          <a:p xmlns:a="http://schemas.openxmlformats.org/drawingml/2006/main">
            <a:r>
              <a:t/>
            </a:r>
          </a:p>
          <a:p xmlns:a="http://schemas.openxmlformats.org/drawingml/2006/main">
            <a:pPr>
              <a:defRPr sz="2100">
                <a:solidFill>
                  <a:srgbClr val="14213D"/>
                </a:solidFill>
                <a:latin typeface="Arial"/>
                <a:ea typeface="Arial"/>
                <a:cs typeface="Arial"/>
              </a:defRPr>
            </a:pPr>
            <a:r>
              <a:rPr sz="2100">
                <a:solidFill>
                  <a:srgbClr val="14213D"/>
                </a:solidFill>
                <a:latin typeface="Arial"/>
                <a:ea typeface="Arial"/>
                <a:cs typeface="Arial"/>
              </a:rPr>
              <a:t>Add shared rate controls and monitoring.</a:t>
            </a:r>
          </a:p>
        </p:txBody>
      </p:sp>
      <p:sp>
        <p:nvSpPr>
          <p:cNvPr id="8" name="acknowledgement">
            <a:extLst xmlns:a="http://schemas.openxmlformats.org/drawingml/2006/main">
              <a:ext uri="{FF2B5EF4-FFF2-40B4-BE49-F238E27FC236}">
                <a16:creationId xmlns:a16="http://schemas.microsoft.com/office/drawing/2014/main" id="{34A1B2F5-78C5-4C9A-8F88-14F8E8A9DE66}"/>
              </a:ext>
            </a:extLst>
          </p:cNvPr>
          <p:cNvSpPr>
            <a:spLocks xmlns:a="http://schemas.openxmlformats.org/drawingml/2006/main" noGrp="1"/>
          </p:cNvSpPr>
          <p:nvPr/>
        </p:nvSpPr>
        <p:spPr>
          <a:xfrm xmlns:a="http://schemas.openxmlformats.org/drawingml/2006/main">
            <a:off x="685800" y="58007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54647B"/>
                </a:solidFill>
                <a:latin typeface="Arial"/>
                <a:ea typeface="Arial"/>
                <a:cs typeface="Arial"/>
              </a:defRPr>
            </a:defPPr>
            <a:lvl1pPr>
              <a:defRPr sz="1800">
                <a:solidFill>
                  <a:srgbClr val="54647B"/>
                </a:solidFill>
                <a:latin typeface="Arial"/>
                <a:ea typeface="Arial"/>
                <a:cs typeface="Arial"/>
              </a:defRPr>
            </a:lvl1pPr>
            <a:lvl2pPr>
              <a:defRPr sz="1800">
                <a:solidFill>
                  <a:srgbClr val="54647B"/>
                </a:solidFill>
                <a:latin typeface="Arial"/>
                <a:ea typeface="Arial"/>
                <a:cs typeface="Arial"/>
              </a:defRPr>
            </a:lvl2pPr>
            <a:lvl3pPr>
              <a:defRPr sz="1800">
                <a:solidFill>
                  <a:srgbClr val="54647B"/>
                </a:solidFill>
                <a:latin typeface="Arial"/>
                <a:ea typeface="Arial"/>
                <a:cs typeface="Arial"/>
              </a:defRPr>
            </a:lvl3pPr>
            <a:lvl4pPr>
              <a:defRPr sz="1800">
                <a:solidFill>
                  <a:srgbClr val="54647B"/>
                </a:solidFill>
                <a:latin typeface="Arial"/>
                <a:ea typeface="Arial"/>
                <a:cs typeface="Arial"/>
              </a:defRPr>
            </a:lvl4pPr>
            <a:lvl5pPr>
              <a:defRPr sz="1800">
                <a:solidFill>
                  <a:srgbClr val="54647B"/>
                </a:solidFill>
                <a:latin typeface="Arial"/>
                <a:ea typeface="Arial"/>
                <a:cs typeface="Arial"/>
              </a:defRPr>
            </a:lvl5pPr>
            <a:lvl6pPr>
              <a:defRPr sz="1800">
                <a:solidFill>
                  <a:srgbClr val="54647B"/>
                </a:solidFill>
                <a:latin typeface="Arial"/>
                <a:ea typeface="Arial"/>
                <a:cs typeface="Arial"/>
              </a:defRPr>
            </a:lvl6pPr>
            <a:lvl7pPr>
              <a:defRPr sz="1800">
                <a:solidFill>
                  <a:srgbClr val="54647B"/>
                </a:solidFill>
                <a:latin typeface="Arial"/>
                <a:ea typeface="Arial"/>
                <a:cs typeface="Arial"/>
              </a:defRPr>
            </a:lvl7pPr>
            <a:lvl8pPr>
              <a:defRPr sz="1800">
                <a:solidFill>
                  <a:srgbClr val="54647B"/>
                </a:solidFill>
                <a:latin typeface="Arial"/>
                <a:ea typeface="Arial"/>
                <a:cs typeface="Arial"/>
              </a:defRPr>
            </a:lvl8pPr>
            <a:lvl9pPr>
              <a:defRPr sz="1800">
                <a:solidFill>
                  <a:srgbClr val="54647B"/>
                </a:solidFill>
                <a:latin typeface="Arial"/>
                <a:ea typeface="Arial"/>
                <a:cs typeface="Arial"/>
              </a:defRPr>
            </a:lvl9pPr>
          </a:lstStyle>
          <a:p xmlns:a="http://schemas.openxmlformats.org/drawingml/2006/main">
            <a:pPr>
              <a:defRPr sz="1800">
                <a:solidFill>
                  <a:srgbClr val="54647B"/>
                </a:solidFill>
                <a:latin typeface="Arial"/>
                <a:ea typeface="Arial"/>
                <a:cs typeface="Arial"/>
              </a:defRPr>
            </a:pPr>
            <a:r>
              <a:rPr sz="1800">
                <a:solidFill>
                  <a:srgbClr val="54647B"/>
                </a:solidFill>
                <a:latin typeface="Arial"/>
                <a:ea typeface="Arial"/>
                <a:cs typeface="Arial"/>
              </a:rPr>
              <a:t>Maintained by Bikash Kushwaha. Adapted from supplied starter code; see SOURCE_ACKNOWLEDGEMENTS.md.</a:t>
            </a:r>
          </a:p>
        </p:txBody>
      </p:sp>
    </p:spTree>
    <p:extLst>
      <p:ext uri="{BB962C8B-B14F-4D97-AF65-F5344CB8AC3E}">
        <p14:creationId xmlns:p14="http://schemas.microsoft.com/office/powerpoint/2010/main" val="2020695401"/>
      </p:ext>
    </p:extLst>
  </p:cSld>
</p:sld>
</file>

<file path=ppt/theme/theme1.xml><?xml version="1.0" encoding="utf-8"?>
<a:theme xmlns:a="http://schemas.openxmlformats.org/drawingml/2006/main" name="MyBud Student Assistant">
  <a:themeElements>
    <a:clrScheme name="MyBud Student Assistan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MyBud Student Assista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MyBud Student Assistant</ap:Application>
  <ap:PresentationFormat>Converted Presentation</ap:PresentationFormat>
  <ap:Slides>10</ap:Slides>
  <ap:Notes>10</ap:Notes>
  <ap:HiddenSlides>0</ap:HiddenSlides>
  <ap:SharedDoc>false</ap:SharedDoc>
  <ap:DocSecurity>0</ap:DocSecurity>
  <ap:Company/>
  <ap:Manager/>
</ap:Properties>
</file>

<file path=docProps/core.xml><?xml version="1.0" encoding="utf-8"?>
<cp:coreProperties xmlns:cp="http://schemas.openxmlformats.org/package/2006/metadata/core-properties" xmlns:dc="http://purl.org/dc/elements/1.1/" xmlns:ns2="http://purl.org/dc/terms/" xmlns:xsi="http://www.w3.org/2001/XMLSchema-instance">
  <dc:creator>Bikash Kushwaha</dc:creator>
  <cp:lastModifiedBy>Bikash Kushwaha</cp:lastModifiedBy>
  <dc:title>MyBud Student Assistant</dc:title>
  <ns2:created xsi:type="dcterms:W3CDTF">2026-10-20T18:21:45.8350000Z</ns2:created>
  <ns2:modified xsi:type="dcterms:W3CDTF">2026-10-20T18:21:45.8350000Z</ns2:modified>
  <dc:subject>Technical project presentation</dc:subject>
</cp:coreProperties>
</file>